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261" r:id="rId3"/>
    <p:sldId id="258" r:id="rId4"/>
    <p:sldId id="314" r:id="rId5"/>
    <p:sldId id="315" r:id="rId6"/>
    <p:sldId id="257" r:id="rId7"/>
    <p:sldId id="316" r:id="rId8"/>
    <p:sldId id="311" r:id="rId9"/>
    <p:sldId id="312" r:id="rId10"/>
  </p:sldIdLst>
  <p:sldSz cx="9144000" cy="5143500" type="screen16x9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Outfit" panose="02010600030101010101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2B90F8-3B29-4252-A648-5F63B1BF9474}">
  <a:tblStyle styleId="{CF2B90F8-3B29-4252-A648-5F63B1BF94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392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0533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7369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6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70" r:id="rId4"/>
    <p:sldLayoutId id="2147483671" r:id="rId5"/>
    <p:sldLayoutId id="2147483672" r:id="rId6"/>
    <p:sldLayoutId id="2147483677" r:id="rId7"/>
    <p:sldLayoutId id="214748367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713224" y="1156000"/>
            <a:ext cx="4480573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altLang="zh-CN" b="0" dirty="0"/>
              <a:t>Temporal Path Explorer &amp; Visualizer</a:t>
            </a:r>
            <a:br>
              <a:rPr lang="en" b="1" dirty="0"/>
            </a:br>
            <a:r>
              <a:rPr lang="en" sz="2200" dirty="0"/>
              <a:t>COMP530 GROUP 9</a:t>
            </a:r>
            <a:endParaRPr sz="4800" dirty="0"/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713225" y="3541599"/>
            <a:ext cx="4480572" cy="7994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zh-CN" dirty="0"/>
              <a:t>Yiqing Liu </a:t>
            </a:r>
            <a:r>
              <a:rPr lang="en-US" dirty="0"/>
              <a:t>/ Bowen Li / Xiaohan Xu / Zixuan Tang / Wenbin Zeng / Ce Wang / Ankit Ranjan</a:t>
            </a:r>
          </a:p>
          <a:p>
            <a:pPr marL="0" lvl="0" indent="0"/>
            <a:endParaRPr lang="en-US" dirty="0"/>
          </a:p>
          <a:p>
            <a:pPr marL="0" indent="0"/>
            <a:r>
              <a:rPr lang="en-US" altLang="zh-CN" dirty="0"/>
              <a:t>Supervisor Dr Lutz </a:t>
            </a:r>
            <a:r>
              <a:rPr lang="en-US" altLang="zh-CN" dirty="0" err="1"/>
              <a:t>Oettershagen</a:t>
            </a:r>
            <a:endParaRPr lang="en-US" altLang="zh-CN" dirty="0"/>
          </a:p>
          <a:p>
            <a:pPr marL="0" lvl="0" indent="0"/>
            <a:endParaRPr lang="en-US" dirty="0"/>
          </a:p>
          <a:p>
            <a:pPr marL="0" lvl="0" indent="0"/>
            <a:endParaRPr dirty="0"/>
          </a:p>
        </p:txBody>
      </p:sp>
      <p:cxnSp>
        <p:nvCxnSpPr>
          <p:cNvPr id="346" name="Google Shape;346;p36"/>
          <p:cNvCxnSpPr/>
          <p:nvPr/>
        </p:nvCxnSpPr>
        <p:spPr>
          <a:xfrm>
            <a:off x="823425" y="987213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56" name="Google Shape;456;p41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zh-CN" dirty="0"/>
              <a:t>Existing visualization tools, designed for static networks, provide limited support for exploring how connectivity evolves over time, leading to a gap between temporal network theory and exploratory tools.</a:t>
            </a:r>
            <a:endParaRPr dirty="0"/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zh-CN" dirty="0"/>
              <a:t>Real-world systems: time is the critical factor determining how information or influence propagates.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altLang="zh-CN" dirty="0"/>
              <a:t>Temporal networks: a path is only valid if its edges are traversed in a strictly increasing time order.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dirty="0"/>
              <a:t>Project Aims</a:t>
            </a:r>
            <a:endParaRPr dirty="0"/>
          </a:p>
        </p:txBody>
      </p:sp>
      <p:sp>
        <p:nvSpPr>
          <p:cNvPr id="383" name="Google Shape;383;p38"/>
          <p:cNvSpPr txBox="1">
            <a:spLocks noGrp="1"/>
          </p:cNvSpPr>
          <p:nvPr>
            <p:ph type="subTitle" idx="1"/>
          </p:nvPr>
        </p:nvSpPr>
        <p:spPr>
          <a:xfrm>
            <a:off x="720000" y="2408549"/>
            <a:ext cx="2452120" cy="12070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Implement an efficient time-reachability algorithm (One-pass Temporal Search)</a:t>
            </a:r>
            <a:endParaRPr dirty="0"/>
          </a:p>
        </p:txBody>
      </p:sp>
      <p:sp>
        <p:nvSpPr>
          <p:cNvPr id="384" name="Google Shape;384;p38"/>
          <p:cNvSpPr txBox="1">
            <a:spLocks noGrp="1"/>
          </p:cNvSpPr>
          <p:nvPr>
            <p:ph type="subTitle" idx="2"/>
          </p:nvPr>
        </p:nvSpPr>
        <p:spPr>
          <a:xfrm>
            <a:off x="3419271" y="2408549"/>
            <a:ext cx="2305500" cy="10402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Build an interactive web tool to visualize dynamic paths.</a:t>
            </a:r>
            <a:endParaRPr dirty="0"/>
          </a:p>
        </p:txBody>
      </p:sp>
      <p:sp>
        <p:nvSpPr>
          <p:cNvPr id="386" name="Google Shape;386;p38"/>
          <p:cNvSpPr txBox="1">
            <a:spLocks noGrp="1"/>
          </p:cNvSpPr>
          <p:nvPr>
            <p:ph type="subTitle" idx="5"/>
          </p:nvPr>
        </p:nvSpPr>
        <p:spPr>
          <a:xfrm>
            <a:off x="6118500" y="2404529"/>
            <a:ext cx="2305500" cy="9715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Provides a "What-if" </a:t>
            </a:r>
            <a:r>
              <a:rPr lang="en-US" altLang="zh-CN" dirty="0"/>
              <a:t>functionality</a:t>
            </a:r>
            <a:r>
              <a:rPr lang="en-US" dirty="0"/>
              <a:t> to assess the sensitivity of edges to global reachability at a specific time.</a:t>
            </a:r>
            <a:endParaRPr dirty="0"/>
          </a:p>
        </p:txBody>
      </p:sp>
      <p:sp>
        <p:nvSpPr>
          <p:cNvPr id="388" name="Google Shape;388;p38"/>
          <p:cNvSpPr txBox="1">
            <a:spLocks noGrp="1"/>
          </p:cNvSpPr>
          <p:nvPr>
            <p:ph type="title" idx="7"/>
          </p:nvPr>
        </p:nvSpPr>
        <p:spPr>
          <a:xfrm>
            <a:off x="1505400" y="1904510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90" name="Google Shape;390;p38"/>
          <p:cNvSpPr txBox="1">
            <a:spLocks noGrp="1"/>
          </p:cNvSpPr>
          <p:nvPr>
            <p:ph type="title" idx="9"/>
          </p:nvPr>
        </p:nvSpPr>
        <p:spPr>
          <a:xfrm>
            <a:off x="4204671" y="1904510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2" name="Google Shape;392;p38"/>
          <p:cNvSpPr txBox="1">
            <a:spLocks noGrp="1"/>
          </p:cNvSpPr>
          <p:nvPr>
            <p:ph type="title" idx="14"/>
          </p:nvPr>
        </p:nvSpPr>
        <p:spPr>
          <a:xfrm>
            <a:off x="6903950" y="1904510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190500" y="445135"/>
            <a:ext cx="876236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Core Concept: Temporal Path Constraint</a:t>
            </a:r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Temporal Consistency: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The path must follow a strictly ascending chronological order: t</a:t>
            </a:r>
            <a:r>
              <a:rPr lang="en-US" altLang="zh-CN" baseline="-25000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&lt; t</a:t>
            </a:r>
            <a:r>
              <a:rPr lang="en-US" altLang="zh-CN" baseline="-25000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&lt; ... &lt; t</a:t>
            </a:r>
            <a:r>
              <a:rPr lang="en-US" altLang="zh-CN" baseline="-25000" dirty="0">
                <a:latin typeface="Times New Roman" panose="02020603050405020304" charset="0"/>
                <a:cs typeface="Times New Roman" panose="02020603050405020304" charset="0"/>
              </a:rPr>
              <a:t>n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Earliest Arrival: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The core objective of the system is to calculate the earliest time at which a node can be reached from the source, subject to temporal constraints.</a:t>
            </a:r>
          </a:p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Computational optimisation: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Perform a One-pass scan using ordered time series (Unix timestamps).</a:t>
            </a:r>
          </a:p>
        </p:txBody>
      </p:sp>
      <p:pic>
        <p:nvPicPr>
          <p:cNvPr id="4" name="图片 3" descr="微信图片_20260419161555_505_2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860" y="1356360"/>
            <a:ext cx="38582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48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2"/>
          </p:nvPr>
        </p:nvSpPr>
        <p:spPr>
          <a:xfrm>
            <a:off x="1099185" y="1840865"/>
            <a:ext cx="4201160" cy="1899285"/>
          </a:xfrm>
        </p:spPr>
        <p:txBody>
          <a:bodyPr/>
          <a:lstStyle/>
          <a:p>
            <a:pPr marL="285750" indent="-285750" algn="l">
              <a:buFont typeface="Wingdings" panose="05000000000000000000" charset="0"/>
              <a:buChar char="l"/>
            </a:pP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Reachability Rate: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To measure the network’s dissemination effectiveness within a specific time window.</a:t>
            </a: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Sensitivity: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Assess the contribution of this element to overall connectivity by simulating the failure of edges or nodes.</a:t>
            </a: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Bottleneck Identification: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Identify the ‘spatio-temporal nodes’ that are most critical to maintaining temporal connectivity.</a:t>
            </a:r>
          </a:p>
        </p:txBody>
      </p:sp>
      <p:pic>
        <p:nvPicPr>
          <p:cNvPr id="4" name="图片 3" descr="what_if_analysis"/>
          <p:cNvPicPr>
            <a:picLocks noChangeAspect="1"/>
          </p:cNvPicPr>
          <p:nvPr/>
        </p:nvPicPr>
        <p:blipFill>
          <a:blip r:embed="rId3"/>
          <a:srcRect l="49619" r="3122" b="4909"/>
          <a:stretch>
            <a:fillRect/>
          </a:stretch>
        </p:blipFill>
        <p:spPr>
          <a:xfrm>
            <a:off x="5670550" y="2542540"/>
            <a:ext cx="2984500" cy="2503805"/>
          </a:xfrm>
          <a:prstGeom prst="rect">
            <a:avLst/>
          </a:prstGeom>
        </p:spPr>
      </p:pic>
      <p:pic>
        <p:nvPicPr>
          <p:cNvPr id="5" name="图片 4" descr="what_if_analysis"/>
          <p:cNvPicPr>
            <a:picLocks noChangeAspect="1"/>
          </p:cNvPicPr>
          <p:nvPr/>
        </p:nvPicPr>
        <p:blipFill>
          <a:blip r:embed="rId3"/>
          <a:srcRect l="2274" r="53775" b="3655"/>
          <a:stretch>
            <a:fillRect/>
          </a:stretch>
        </p:blipFill>
        <p:spPr>
          <a:xfrm>
            <a:off x="5690870" y="69215"/>
            <a:ext cx="2776220" cy="2537460"/>
          </a:xfrm>
          <a:prstGeom prst="rect">
            <a:avLst/>
          </a:prstGeom>
        </p:spPr>
      </p:pic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38100" y="206375"/>
            <a:ext cx="6430645" cy="572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Assessing Network Robustness (What-if Analysis)</a:t>
            </a:r>
          </a:p>
        </p:txBody>
      </p:sp>
    </p:spTree>
    <p:extLst>
      <p:ext uri="{BB962C8B-B14F-4D97-AF65-F5344CB8AC3E}">
        <p14:creationId xmlns:p14="http://schemas.microsoft.com/office/powerpoint/2010/main" val="137889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>
            <a:spLocks noGrp="1"/>
          </p:cNvSpPr>
          <p:nvPr>
            <p:ph type="title"/>
          </p:nvPr>
        </p:nvSpPr>
        <p:spPr>
          <a:xfrm>
            <a:off x="296944" y="445024"/>
            <a:ext cx="8342722" cy="889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Font typeface="Outfit"/>
            </a:pPr>
            <a:r>
              <a:rPr lang="en-US" altLang="zh-CN" sz="2625" dirty="0">
                <a:latin typeface="Arial" panose="020B0604020202020204" pitchFamily="34" charset="0"/>
                <a:cs typeface="Arial" panose="020B0604020202020204" pitchFamily="34" charset="0"/>
              </a:rPr>
              <a:t>Temporal Graph Bottleneck &amp; Robustness Analysis</a:t>
            </a:r>
          </a:p>
        </p:txBody>
      </p:sp>
      <p:sp>
        <p:nvSpPr>
          <p:cNvPr id="504" name="Google Shape;504;p44"/>
          <p:cNvSpPr txBox="1">
            <a:spLocks noGrp="1"/>
          </p:cNvSpPr>
          <p:nvPr>
            <p:ph type="subTitle" idx="1"/>
          </p:nvPr>
        </p:nvSpPr>
        <p:spPr>
          <a:xfrm>
            <a:off x="728663" y="2750820"/>
            <a:ext cx="3062764" cy="575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l">
              <a:buClrTx/>
            </a:pPr>
            <a:r>
              <a:rPr lang="en-US" altLang="zh-CN" sz="1050" dirty="0"/>
              <a:t>·</a:t>
            </a:r>
            <a:r>
              <a:rPr lang="en-US" altLang="zh-CN" dirty="0"/>
              <a:t>Identify critical edges / vertices</a:t>
            </a:r>
          </a:p>
          <a:p>
            <a:pPr marL="0" algn="l">
              <a:buClrTx/>
            </a:pPr>
            <a:r>
              <a:rPr lang="en-US" altLang="zh-CN" dirty="0"/>
              <a:t>·Measure impact on network performance</a:t>
            </a:r>
          </a:p>
        </p:txBody>
      </p:sp>
      <p:sp>
        <p:nvSpPr>
          <p:cNvPr id="505" name="Google Shape;505;p44"/>
          <p:cNvSpPr txBox="1">
            <a:spLocks noGrp="1"/>
          </p:cNvSpPr>
          <p:nvPr>
            <p:ph type="subTitle" idx="2"/>
          </p:nvPr>
        </p:nvSpPr>
        <p:spPr>
          <a:xfrm>
            <a:off x="3493407" y="2750645"/>
            <a:ext cx="2595984" cy="8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algn="l">
              <a:buClrTx/>
            </a:pPr>
            <a:r>
              <a:rPr lang="en-US" altLang="zh-CN" sz="1050" dirty="0"/>
              <a:t>·</a:t>
            </a:r>
            <a:r>
              <a:rPr lang="en-US" altLang="zh-CN" dirty="0"/>
              <a:t>Remove one element at a time (what-if analysis)</a:t>
            </a:r>
          </a:p>
          <a:p>
            <a:pPr marL="0" algn="l">
              <a:buClrTx/>
            </a:pPr>
            <a:r>
              <a:rPr lang="en-US" altLang="zh-CN" dirty="0"/>
              <a:t>·Recompute:</a:t>
            </a:r>
          </a:p>
          <a:p>
            <a:pPr marL="0" algn="l">
              <a:buClrTx/>
            </a:pPr>
            <a:r>
              <a:rPr lang="en-US" altLang="zh-CN" dirty="0"/>
              <a:t>    Reachability</a:t>
            </a:r>
          </a:p>
          <a:p>
            <a:pPr marL="0" algn="l">
              <a:buClrTx/>
            </a:pPr>
            <a:r>
              <a:rPr lang="en-US" altLang="zh-CN" dirty="0"/>
              <a:t>    Latency</a:t>
            </a:r>
          </a:p>
          <a:p>
            <a:pPr marL="0" algn="l">
              <a:buClrTx/>
            </a:pPr>
            <a:r>
              <a:rPr lang="en-US" altLang="zh-CN" dirty="0"/>
              <a:t>·Rank by impact</a:t>
            </a:r>
          </a:p>
        </p:txBody>
      </p:sp>
      <p:sp>
        <p:nvSpPr>
          <p:cNvPr id="506" name="Google Shape;506;p44"/>
          <p:cNvSpPr txBox="1">
            <a:spLocks noGrp="1"/>
          </p:cNvSpPr>
          <p:nvPr>
            <p:ph type="subTitle" idx="3"/>
          </p:nvPr>
        </p:nvSpPr>
        <p:spPr>
          <a:xfrm>
            <a:off x="6024563" y="2735104"/>
            <a:ext cx="2562225" cy="591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altLang="zh-CN" sz="1050" dirty="0"/>
              <a:t>·</a:t>
            </a:r>
            <a:r>
              <a:rPr lang="en-US" altLang="zh-CN" dirty="0"/>
              <a:t>O(1) edge / vertex toggling</a:t>
            </a:r>
          </a:p>
          <a:p>
            <a:pPr marL="0" indent="0" algn="l"/>
            <a:r>
              <a:rPr lang="en-US" altLang="zh-CN" dirty="0"/>
              <a:t>·Pre-sorted temporal adjacency</a:t>
            </a:r>
          </a:p>
          <a:p>
            <a:pPr marL="0" indent="0" algn="l"/>
            <a:r>
              <a:rPr lang="en-US" altLang="zh-CN" dirty="0"/>
              <a:t>·Cached sensitivity computation</a:t>
            </a:r>
          </a:p>
        </p:txBody>
      </p:sp>
      <p:sp>
        <p:nvSpPr>
          <p:cNvPr id="507" name="Google Shape;507;p44"/>
          <p:cNvSpPr txBox="1">
            <a:spLocks noGrp="1"/>
          </p:cNvSpPr>
          <p:nvPr>
            <p:ph type="subTitle" idx="4"/>
          </p:nvPr>
        </p:nvSpPr>
        <p:spPr>
          <a:xfrm>
            <a:off x="686753" y="2379345"/>
            <a:ext cx="2677001" cy="3714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</a:p>
        </p:txBody>
      </p:sp>
      <p:sp>
        <p:nvSpPr>
          <p:cNvPr id="510" name="Google Shape;510;p44"/>
          <p:cNvSpPr/>
          <p:nvPr/>
        </p:nvSpPr>
        <p:spPr>
          <a:xfrm>
            <a:off x="1829199" y="1788598"/>
            <a:ext cx="392155" cy="392133"/>
          </a:xfrm>
          <a:custGeom>
            <a:avLst/>
            <a:gdLst/>
            <a:ahLst/>
            <a:cxnLst/>
            <a:rect l="l" t="t" r="r" b="b"/>
            <a:pathLst>
              <a:path w="17352" h="17351" extrusionOk="0">
                <a:moveTo>
                  <a:pt x="10906" y="1018"/>
                </a:moveTo>
                <a:lnTo>
                  <a:pt x="10906" y="2036"/>
                </a:lnTo>
                <a:lnTo>
                  <a:pt x="6447" y="2036"/>
                </a:lnTo>
                <a:lnTo>
                  <a:pt x="6447" y="1018"/>
                </a:lnTo>
                <a:close/>
                <a:moveTo>
                  <a:pt x="10906" y="5089"/>
                </a:moveTo>
                <a:lnTo>
                  <a:pt x="10906" y="6107"/>
                </a:lnTo>
                <a:lnTo>
                  <a:pt x="6447" y="6107"/>
                </a:lnTo>
                <a:lnTo>
                  <a:pt x="6447" y="5089"/>
                </a:lnTo>
                <a:close/>
                <a:moveTo>
                  <a:pt x="8676" y="9209"/>
                </a:moveTo>
                <a:lnTo>
                  <a:pt x="10276" y="9984"/>
                </a:lnTo>
                <a:lnTo>
                  <a:pt x="8676" y="10760"/>
                </a:lnTo>
                <a:lnTo>
                  <a:pt x="7077" y="9984"/>
                </a:lnTo>
                <a:lnTo>
                  <a:pt x="8676" y="9209"/>
                </a:lnTo>
                <a:close/>
                <a:moveTo>
                  <a:pt x="4120" y="15315"/>
                </a:moveTo>
                <a:lnTo>
                  <a:pt x="4314" y="15364"/>
                </a:lnTo>
                <a:lnTo>
                  <a:pt x="4508" y="15461"/>
                </a:lnTo>
                <a:lnTo>
                  <a:pt x="4605" y="15655"/>
                </a:lnTo>
                <a:lnTo>
                  <a:pt x="4654" y="15848"/>
                </a:lnTo>
                <a:lnTo>
                  <a:pt x="4605" y="16042"/>
                </a:lnTo>
                <a:lnTo>
                  <a:pt x="4508" y="16188"/>
                </a:lnTo>
                <a:lnTo>
                  <a:pt x="4314" y="16285"/>
                </a:lnTo>
                <a:lnTo>
                  <a:pt x="4120" y="16333"/>
                </a:lnTo>
                <a:lnTo>
                  <a:pt x="1503" y="16333"/>
                </a:lnTo>
                <a:lnTo>
                  <a:pt x="1310" y="16285"/>
                </a:lnTo>
                <a:lnTo>
                  <a:pt x="1164" y="16188"/>
                </a:lnTo>
                <a:lnTo>
                  <a:pt x="1067" y="16042"/>
                </a:lnTo>
                <a:lnTo>
                  <a:pt x="1019" y="15848"/>
                </a:lnTo>
                <a:lnTo>
                  <a:pt x="1067" y="15655"/>
                </a:lnTo>
                <a:lnTo>
                  <a:pt x="1164" y="15461"/>
                </a:lnTo>
                <a:lnTo>
                  <a:pt x="1310" y="15364"/>
                </a:lnTo>
                <a:lnTo>
                  <a:pt x="1503" y="15315"/>
                </a:lnTo>
                <a:close/>
                <a:moveTo>
                  <a:pt x="15801" y="15315"/>
                </a:moveTo>
                <a:lnTo>
                  <a:pt x="15994" y="15364"/>
                </a:lnTo>
                <a:lnTo>
                  <a:pt x="16188" y="15461"/>
                </a:lnTo>
                <a:lnTo>
                  <a:pt x="16285" y="15655"/>
                </a:lnTo>
                <a:lnTo>
                  <a:pt x="16334" y="15848"/>
                </a:lnTo>
                <a:lnTo>
                  <a:pt x="16285" y="16042"/>
                </a:lnTo>
                <a:lnTo>
                  <a:pt x="16188" y="16188"/>
                </a:lnTo>
                <a:lnTo>
                  <a:pt x="15994" y="16285"/>
                </a:lnTo>
                <a:lnTo>
                  <a:pt x="15801" y="16333"/>
                </a:lnTo>
                <a:lnTo>
                  <a:pt x="13232" y="16333"/>
                </a:lnTo>
                <a:lnTo>
                  <a:pt x="12990" y="16285"/>
                </a:lnTo>
                <a:lnTo>
                  <a:pt x="12844" y="16188"/>
                </a:lnTo>
                <a:lnTo>
                  <a:pt x="12747" y="16042"/>
                </a:lnTo>
                <a:lnTo>
                  <a:pt x="12699" y="15848"/>
                </a:lnTo>
                <a:lnTo>
                  <a:pt x="12747" y="15655"/>
                </a:lnTo>
                <a:lnTo>
                  <a:pt x="12844" y="15461"/>
                </a:lnTo>
                <a:lnTo>
                  <a:pt x="12990" y="15364"/>
                </a:lnTo>
                <a:lnTo>
                  <a:pt x="13232" y="15315"/>
                </a:lnTo>
                <a:close/>
                <a:moveTo>
                  <a:pt x="5914" y="0"/>
                </a:moveTo>
                <a:lnTo>
                  <a:pt x="5720" y="49"/>
                </a:lnTo>
                <a:lnTo>
                  <a:pt x="5574" y="146"/>
                </a:lnTo>
                <a:lnTo>
                  <a:pt x="5478" y="340"/>
                </a:lnTo>
                <a:lnTo>
                  <a:pt x="5429" y="534"/>
                </a:lnTo>
                <a:lnTo>
                  <a:pt x="5429" y="2569"/>
                </a:lnTo>
                <a:lnTo>
                  <a:pt x="5478" y="2763"/>
                </a:lnTo>
                <a:lnTo>
                  <a:pt x="5574" y="2908"/>
                </a:lnTo>
                <a:lnTo>
                  <a:pt x="5720" y="3005"/>
                </a:lnTo>
                <a:lnTo>
                  <a:pt x="5914" y="3054"/>
                </a:lnTo>
                <a:lnTo>
                  <a:pt x="8143" y="3054"/>
                </a:lnTo>
                <a:lnTo>
                  <a:pt x="8143" y="4072"/>
                </a:lnTo>
                <a:lnTo>
                  <a:pt x="5914" y="4072"/>
                </a:lnTo>
                <a:lnTo>
                  <a:pt x="5720" y="4120"/>
                </a:lnTo>
                <a:lnTo>
                  <a:pt x="5574" y="4217"/>
                </a:lnTo>
                <a:lnTo>
                  <a:pt x="5478" y="4411"/>
                </a:lnTo>
                <a:lnTo>
                  <a:pt x="5429" y="4605"/>
                </a:lnTo>
                <a:lnTo>
                  <a:pt x="5429" y="6640"/>
                </a:lnTo>
                <a:lnTo>
                  <a:pt x="5478" y="6834"/>
                </a:lnTo>
                <a:lnTo>
                  <a:pt x="5574" y="6979"/>
                </a:lnTo>
                <a:lnTo>
                  <a:pt x="5720" y="7076"/>
                </a:lnTo>
                <a:lnTo>
                  <a:pt x="5914" y="7125"/>
                </a:lnTo>
                <a:lnTo>
                  <a:pt x="8143" y="7125"/>
                </a:lnTo>
                <a:lnTo>
                  <a:pt x="8143" y="8336"/>
                </a:lnTo>
                <a:lnTo>
                  <a:pt x="5817" y="9451"/>
                </a:lnTo>
                <a:lnTo>
                  <a:pt x="2860" y="9451"/>
                </a:lnTo>
                <a:lnTo>
                  <a:pt x="2667" y="9500"/>
                </a:lnTo>
                <a:lnTo>
                  <a:pt x="2473" y="9596"/>
                </a:lnTo>
                <a:lnTo>
                  <a:pt x="2376" y="9790"/>
                </a:lnTo>
                <a:lnTo>
                  <a:pt x="2327" y="9984"/>
                </a:lnTo>
                <a:lnTo>
                  <a:pt x="2327" y="14298"/>
                </a:lnTo>
                <a:lnTo>
                  <a:pt x="1503" y="14298"/>
                </a:lnTo>
                <a:lnTo>
                  <a:pt x="1213" y="14346"/>
                </a:lnTo>
                <a:lnTo>
                  <a:pt x="922" y="14443"/>
                </a:lnTo>
                <a:lnTo>
                  <a:pt x="679" y="14588"/>
                </a:lnTo>
                <a:lnTo>
                  <a:pt x="437" y="14782"/>
                </a:lnTo>
                <a:lnTo>
                  <a:pt x="243" y="14976"/>
                </a:lnTo>
                <a:lnTo>
                  <a:pt x="98" y="15267"/>
                </a:lnTo>
                <a:lnTo>
                  <a:pt x="49" y="15509"/>
                </a:lnTo>
                <a:lnTo>
                  <a:pt x="1" y="15848"/>
                </a:lnTo>
                <a:lnTo>
                  <a:pt x="49" y="16139"/>
                </a:lnTo>
                <a:lnTo>
                  <a:pt x="98" y="16430"/>
                </a:lnTo>
                <a:lnTo>
                  <a:pt x="243" y="16672"/>
                </a:lnTo>
                <a:lnTo>
                  <a:pt x="437" y="16915"/>
                </a:lnTo>
                <a:lnTo>
                  <a:pt x="679" y="17109"/>
                </a:lnTo>
                <a:lnTo>
                  <a:pt x="922" y="17254"/>
                </a:lnTo>
                <a:lnTo>
                  <a:pt x="1213" y="17351"/>
                </a:lnTo>
                <a:lnTo>
                  <a:pt x="4460" y="17351"/>
                </a:lnTo>
                <a:lnTo>
                  <a:pt x="4702" y="17254"/>
                </a:lnTo>
                <a:lnTo>
                  <a:pt x="4993" y="17109"/>
                </a:lnTo>
                <a:lnTo>
                  <a:pt x="5187" y="16915"/>
                </a:lnTo>
                <a:lnTo>
                  <a:pt x="5381" y="16672"/>
                </a:lnTo>
                <a:lnTo>
                  <a:pt x="5526" y="16430"/>
                </a:lnTo>
                <a:lnTo>
                  <a:pt x="5623" y="16139"/>
                </a:lnTo>
                <a:lnTo>
                  <a:pt x="5671" y="15848"/>
                </a:lnTo>
                <a:lnTo>
                  <a:pt x="5623" y="15509"/>
                </a:lnTo>
                <a:lnTo>
                  <a:pt x="5526" y="15267"/>
                </a:lnTo>
                <a:lnTo>
                  <a:pt x="5381" y="14976"/>
                </a:lnTo>
                <a:lnTo>
                  <a:pt x="5187" y="14782"/>
                </a:lnTo>
                <a:lnTo>
                  <a:pt x="4993" y="14588"/>
                </a:lnTo>
                <a:lnTo>
                  <a:pt x="4702" y="14443"/>
                </a:lnTo>
                <a:lnTo>
                  <a:pt x="4460" y="14346"/>
                </a:lnTo>
                <a:lnTo>
                  <a:pt x="4120" y="14298"/>
                </a:lnTo>
                <a:lnTo>
                  <a:pt x="3345" y="14298"/>
                </a:lnTo>
                <a:lnTo>
                  <a:pt x="3345" y="10469"/>
                </a:lnTo>
                <a:lnTo>
                  <a:pt x="5817" y="10469"/>
                </a:lnTo>
                <a:lnTo>
                  <a:pt x="8434" y="11777"/>
                </a:lnTo>
                <a:lnTo>
                  <a:pt x="8676" y="11826"/>
                </a:lnTo>
                <a:lnTo>
                  <a:pt x="8870" y="11777"/>
                </a:lnTo>
                <a:lnTo>
                  <a:pt x="11536" y="10469"/>
                </a:lnTo>
                <a:lnTo>
                  <a:pt x="14007" y="10469"/>
                </a:lnTo>
                <a:lnTo>
                  <a:pt x="14007" y="14298"/>
                </a:lnTo>
                <a:lnTo>
                  <a:pt x="13232" y="14298"/>
                </a:lnTo>
                <a:lnTo>
                  <a:pt x="12893" y="14346"/>
                </a:lnTo>
                <a:lnTo>
                  <a:pt x="12602" y="14443"/>
                </a:lnTo>
                <a:lnTo>
                  <a:pt x="12360" y="14588"/>
                </a:lnTo>
                <a:lnTo>
                  <a:pt x="12117" y="14782"/>
                </a:lnTo>
                <a:lnTo>
                  <a:pt x="11923" y="14976"/>
                </a:lnTo>
                <a:lnTo>
                  <a:pt x="11826" y="15267"/>
                </a:lnTo>
                <a:lnTo>
                  <a:pt x="11730" y="15509"/>
                </a:lnTo>
                <a:lnTo>
                  <a:pt x="11681" y="15848"/>
                </a:lnTo>
                <a:lnTo>
                  <a:pt x="11730" y="16139"/>
                </a:lnTo>
                <a:lnTo>
                  <a:pt x="11826" y="16430"/>
                </a:lnTo>
                <a:lnTo>
                  <a:pt x="11923" y="16672"/>
                </a:lnTo>
                <a:lnTo>
                  <a:pt x="12117" y="16915"/>
                </a:lnTo>
                <a:lnTo>
                  <a:pt x="12360" y="17109"/>
                </a:lnTo>
                <a:lnTo>
                  <a:pt x="12602" y="17254"/>
                </a:lnTo>
                <a:lnTo>
                  <a:pt x="12893" y="17351"/>
                </a:lnTo>
                <a:lnTo>
                  <a:pt x="16140" y="17351"/>
                </a:lnTo>
                <a:lnTo>
                  <a:pt x="16431" y="17254"/>
                </a:lnTo>
                <a:lnTo>
                  <a:pt x="16673" y="17109"/>
                </a:lnTo>
                <a:lnTo>
                  <a:pt x="16915" y="16915"/>
                </a:lnTo>
                <a:lnTo>
                  <a:pt x="17061" y="16672"/>
                </a:lnTo>
                <a:lnTo>
                  <a:pt x="17206" y="16430"/>
                </a:lnTo>
                <a:lnTo>
                  <a:pt x="17303" y="16139"/>
                </a:lnTo>
                <a:lnTo>
                  <a:pt x="17351" y="15848"/>
                </a:lnTo>
                <a:lnTo>
                  <a:pt x="17303" y="15509"/>
                </a:lnTo>
                <a:lnTo>
                  <a:pt x="17206" y="15267"/>
                </a:lnTo>
                <a:lnTo>
                  <a:pt x="17061" y="14976"/>
                </a:lnTo>
                <a:lnTo>
                  <a:pt x="16915" y="14782"/>
                </a:lnTo>
                <a:lnTo>
                  <a:pt x="16673" y="14588"/>
                </a:lnTo>
                <a:lnTo>
                  <a:pt x="16431" y="14443"/>
                </a:lnTo>
                <a:lnTo>
                  <a:pt x="16140" y="14346"/>
                </a:lnTo>
                <a:lnTo>
                  <a:pt x="15801" y="14298"/>
                </a:lnTo>
                <a:lnTo>
                  <a:pt x="15025" y="14298"/>
                </a:lnTo>
                <a:lnTo>
                  <a:pt x="15025" y="9984"/>
                </a:lnTo>
                <a:lnTo>
                  <a:pt x="14977" y="9790"/>
                </a:lnTo>
                <a:lnTo>
                  <a:pt x="14880" y="9596"/>
                </a:lnTo>
                <a:lnTo>
                  <a:pt x="14686" y="9500"/>
                </a:lnTo>
                <a:lnTo>
                  <a:pt x="14492" y="9451"/>
                </a:lnTo>
                <a:lnTo>
                  <a:pt x="11536" y="9451"/>
                </a:lnTo>
                <a:lnTo>
                  <a:pt x="9161" y="8336"/>
                </a:lnTo>
                <a:lnTo>
                  <a:pt x="9161" y="7125"/>
                </a:lnTo>
                <a:lnTo>
                  <a:pt x="11439" y="7125"/>
                </a:lnTo>
                <a:lnTo>
                  <a:pt x="11633" y="7076"/>
                </a:lnTo>
                <a:lnTo>
                  <a:pt x="11778" y="6979"/>
                </a:lnTo>
                <a:lnTo>
                  <a:pt x="11875" y="6834"/>
                </a:lnTo>
                <a:lnTo>
                  <a:pt x="11923" y="6640"/>
                </a:lnTo>
                <a:lnTo>
                  <a:pt x="11923" y="4605"/>
                </a:lnTo>
                <a:lnTo>
                  <a:pt x="11875" y="4411"/>
                </a:lnTo>
                <a:lnTo>
                  <a:pt x="11778" y="4217"/>
                </a:lnTo>
                <a:lnTo>
                  <a:pt x="11633" y="4120"/>
                </a:lnTo>
                <a:lnTo>
                  <a:pt x="11439" y="4072"/>
                </a:lnTo>
                <a:lnTo>
                  <a:pt x="9161" y="4072"/>
                </a:lnTo>
                <a:lnTo>
                  <a:pt x="9161" y="3054"/>
                </a:lnTo>
                <a:lnTo>
                  <a:pt x="11439" y="3054"/>
                </a:lnTo>
                <a:lnTo>
                  <a:pt x="11633" y="3005"/>
                </a:lnTo>
                <a:lnTo>
                  <a:pt x="11778" y="2908"/>
                </a:lnTo>
                <a:lnTo>
                  <a:pt x="11875" y="2763"/>
                </a:lnTo>
                <a:lnTo>
                  <a:pt x="11923" y="2569"/>
                </a:lnTo>
                <a:lnTo>
                  <a:pt x="11923" y="534"/>
                </a:lnTo>
                <a:lnTo>
                  <a:pt x="11875" y="340"/>
                </a:lnTo>
                <a:lnTo>
                  <a:pt x="11778" y="146"/>
                </a:lnTo>
                <a:lnTo>
                  <a:pt x="11633" y="49"/>
                </a:lnTo>
                <a:lnTo>
                  <a:pt x="1143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sz="1800"/>
          </a:p>
        </p:txBody>
      </p:sp>
      <p:grpSp>
        <p:nvGrpSpPr>
          <p:cNvPr id="511" name="Google Shape;511;p44"/>
          <p:cNvGrpSpPr/>
          <p:nvPr/>
        </p:nvGrpSpPr>
        <p:grpSpPr>
          <a:xfrm>
            <a:off x="4470901" y="1788598"/>
            <a:ext cx="392155" cy="392133"/>
            <a:chOff x="3944375" y="1333902"/>
            <a:chExt cx="392155" cy="392133"/>
          </a:xfrm>
        </p:grpSpPr>
        <p:sp>
          <p:nvSpPr>
            <p:cNvPr id="512" name="Google Shape;512;p44"/>
            <p:cNvSpPr/>
            <p:nvPr/>
          </p:nvSpPr>
          <p:spPr>
            <a:xfrm>
              <a:off x="3944375" y="1333902"/>
              <a:ext cx="276036" cy="392133"/>
            </a:xfrm>
            <a:custGeom>
              <a:avLst/>
              <a:gdLst/>
              <a:ahLst/>
              <a:cxnLst/>
              <a:rect l="l" t="t" r="r" b="b"/>
              <a:pathLst>
                <a:path w="12214" h="17351" extrusionOk="0">
                  <a:moveTo>
                    <a:pt x="8337" y="1018"/>
                  </a:moveTo>
                  <a:lnTo>
                    <a:pt x="8337" y="2036"/>
                  </a:lnTo>
                  <a:lnTo>
                    <a:pt x="7319" y="2036"/>
                  </a:lnTo>
                  <a:lnTo>
                    <a:pt x="7319" y="1018"/>
                  </a:lnTo>
                  <a:close/>
                  <a:moveTo>
                    <a:pt x="6301" y="5429"/>
                  </a:moveTo>
                  <a:lnTo>
                    <a:pt x="6495" y="5477"/>
                  </a:lnTo>
                  <a:lnTo>
                    <a:pt x="6640" y="5574"/>
                  </a:lnTo>
                  <a:lnTo>
                    <a:pt x="6737" y="5719"/>
                  </a:lnTo>
                  <a:lnTo>
                    <a:pt x="6786" y="5913"/>
                  </a:lnTo>
                  <a:lnTo>
                    <a:pt x="6737" y="6155"/>
                  </a:lnTo>
                  <a:lnTo>
                    <a:pt x="6640" y="6301"/>
                  </a:lnTo>
                  <a:lnTo>
                    <a:pt x="6495" y="6398"/>
                  </a:lnTo>
                  <a:lnTo>
                    <a:pt x="6301" y="6446"/>
                  </a:lnTo>
                  <a:lnTo>
                    <a:pt x="6107" y="6398"/>
                  </a:lnTo>
                  <a:lnTo>
                    <a:pt x="5913" y="6301"/>
                  </a:lnTo>
                  <a:lnTo>
                    <a:pt x="5816" y="6155"/>
                  </a:lnTo>
                  <a:lnTo>
                    <a:pt x="5768" y="5913"/>
                  </a:lnTo>
                  <a:lnTo>
                    <a:pt x="5816" y="5719"/>
                  </a:lnTo>
                  <a:lnTo>
                    <a:pt x="5913" y="5574"/>
                  </a:lnTo>
                  <a:lnTo>
                    <a:pt x="6107" y="5477"/>
                  </a:lnTo>
                  <a:lnTo>
                    <a:pt x="6301" y="5429"/>
                  </a:lnTo>
                  <a:close/>
                  <a:moveTo>
                    <a:pt x="8821" y="3054"/>
                  </a:moveTo>
                  <a:lnTo>
                    <a:pt x="8821" y="9257"/>
                  </a:lnTo>
                  <a:lnTo>
                    <a:pt x="6786" y="9257"/>
                  </a:lnTo>
                  <a:lnTo>
                    <a:pt x="6786" y="7367"/>
                  </a:lnTo>
                  <a:lnTo>
                    <a:pt x="6979" y="7270"/>
                  </a:lnTo>
                  <a:lnTo>
                    <a:pt x="7173" y="7173"/>
                  </a:lnTo>
                  <a:lnTo>
                    <a:pt x="7367" y="6979"/>
                  </a:lnTo>
                  <a:lnTo>
                    <a:pt x="7513" y="6834"/>
                  </a:lnTo>
                  <a:lnTo>
                    <a:pt x="7658" y="6640"/>
                  </a:lnTo>
                  <a:lnTo>
                    <a:pt x="7706" y="6398"/>
                  </a:lnTo>
                  <a:lnTo>
                    <a:pt x="7803" y="6204"/>
                  </a:lnTo>
                  <a:lnTo>
                    <a:pt x="7803" y="5913"/>
                  </a:lnTo>
                  <a:lnTo>
                    <a:pt x="7803" y="5671"/>
                  </a:lnTo>
                  <a:lnTo>
                    <a:pt x="7706" y="5477"/>
                  </a:lnTo>
                  <a:lnTo>
                    <a:pt x="7658" y="5235"/>
                  </a:lnTo>
                  <a:lnTo>
                    <a:pt x="7513" y="5041"/>
                  </a:lnTo>
                  <a:lnTo>
                    <a:pt x="7367" y="4895"/>
                  </a:lnTo>
                  <a:lnTo>
                    <a:pt x="7173" y="4702"/>
                  </a:lnTo>
                  <a:lnTo>
                    <a:pt x="6979" y="4605"/>
                  </a:lnTo>
                  <a:lnTo>
                    <a:pt x="6786" y="4508"/>
                  </a:lnTo>
                  <a:lnTo>
                    <a:pt x="6786" y="3054"/>
                  </a:lnTo>
                  <a:close/>
                  <a:moveTo>
                    <a:pt x="4847" y="5429"/>
                  </a:moveTo>
                  <a:lnTo>
                    <a:pt x="4799" y="5671"/>
                  </a:lnTo>
                  <a:lnTo>
                    <a:pt x="4750" y="5913"/>
                  </a:lnTo>
                  <a:lnTo>
                    <a:pt x="4799" y="6204"/>
                  </a:lnTo>
                  <a:lnTo>
                    <a:pt x="4847" y="6446"/>
                  </a:lnTo>
                  <a:lnTo>
                    <a:pt x="4314" y="6592"/>
                  </a:lnTo>
                  <a:lnTo>
                    <a:pt x="3829" y="6786"/>
                  </a:lnTo>
                  <a:lnTo>
                    <a:pt x="3393" y="7028"/>
                  </a:lnTo>
                  <a:lnTo>
                    <a:pt x="3005" y="7367"/>
                  </a:lnTo>
                  <a:lnTo>
                    <a:pt x="2763" y="7609"/>
                  </a:lnTo>
                  <a:lnTo>
                    <a:pt x="2569" y="7852"/>
                  </a:lnTo>
                  <a:lnTo>
                    <a:pt x="2424" y="8143"/>
                  </a:lnTo>
                  <a:lnTo>
                    <a:pt x="2278" y="8433"/>
                  </a:lnTo>
                  <a:lnTo>
                    <a:pt x="2181" y="8724"/>
                  </a:lnTo>
                  <a:lnTo>
                    <a:pt x="2133" y="9015"/>
                  </a:lnTo>
                  <a:lnTo>
                    <a:pt x="2085" y="9306"/>
                  </a:lnTo>
                  <a:lnTo>
                    <a:pt x="2036" y="9645"/>
                  </a:lnTo>
                  <a:lnTo>
                    <a:pt x="2036" y="14298"/>
                  </a:lnTo>
                  <a:lnTo>
                    <a:pt x="1018" y="14298"/>
                  </a:lnTo>
                  <a:lnTo>
                    <a:pt x="1018" y="9645"/>
                  </a:lnTo>
                  <a:lnTo>
                    <a:pt x="1067" y="9209"/>
                  </a:lnTo>
                  <a:lnTo>
                    <a:pt x="1115" y="8821"/>
                  </a:lnTo>
                  <a:lnTo>
                    <a:pt x="1212" y="8433"/>
                  </a:lnTo>
                  <a:lnTo>
                    <a:pt x="1358" y="8046"/>
                  </a:lnTo>
                  <a:lnTo>
                    <a:pt x="1503" y="7658"/>
                  </a:lnTo>
                  <a:lnTo>
                    <a:pt x="1745" y="7319"/>
                  </a:lnTo>
                  <a:lnTo>
                    <a:pt x="1988" y="6979"/>
                  </a:lnTo>
                  <a:lnTo>
                    <a:pt x="2278" y="6640"/>
                  </a:lnTo>
                  <a:lnTo>
                    <a:pt x="2521" y="6398"/>
                  </a:lnTo>
                  <a:lnTo>
                    <a:pt x="2811" y="6204"/>
                  </a:lnTo>
                  <a:lnTo>
                    <a:pt x="3151" y="6010"/>
                  </a:lnTo>
                  <a:lnTo>
                    <a:pt x="3442" y="5816"/>
                  </a:lnTo>
                  <a:lnTo>
                    <a:pt x="3781" y="5671"/>
                  </a:lnTo>
                  <a:lnTo>
                    <a:pt x="4120" y="5574"/>
                  </a:lnTo>
                  <a:lnTo>
                    <a:pt x="4459" y="5477"/>
                  </a:lnTo>
                  <a:lnTo>
                    <a:pt x="4847" y="5429"/>
                  </a:lnTo>
                  <a:close/>
                  <a:moveTo>
                    <a:pt x="9984" y="13280"/>
                  </a:moveTo>
                  <a:lnTo>
                    <a:pt x="9984" y="14298"/>
                  </a:lnTo>
                  <a:lnTo>
                    <a:pt x="5622" y="14298"/>
                  </a:lnTo>
                  <a:lnTo>
                    <a:pt x="5622" y="13280"/>
                  </a:lnTo>
                  <a:close/>
                  <a:moveTo>
                    <a:pt x="10517" y="15315"/>
                  </a:moveTo>
                  <a:lnTo>
                    <a:pt x="10760" y="15364"/>
                  </a:lnTo>
                  <a:lnTo>
                    <a:pt x="11002" y="15509"/>
                  </a:lnTo>
                  <a:lnTo>
                    <a:pt x="11147" y="15752"/>
                  </a:lnTo>
                  <a:lnTo>
                    <a:pt x="11196" y="15994"/>
                  </a:lnTo>
                  <a:lnTo>
                    <a:pt x="11196" y="16333"/>
                  </a:lnTo>
                  <a:lnTo>
                    <a:pt x="1018" y="16333"/>
                  </a:lnTo>
                  <a:lnTo>
                    <a:pt x="1018" y="15315"/>
                  </a:lnTo>
                  <a:close/>
                  <a:moveTo>
                    <a:pt x="6786" y="0"/>
                  </a:moveTo>
                  <a:lnTo>
                    <a:pt x="6592" y="49"/>
                  </a:lnTo>
                  <a:lnTo>
                    <a:pt x="6446" y="146"/>
                  </a:lnTo>
                  <a:lnTo>
                    <a:pt x="6301" y="340"/>
                  </a:lnTo>
                  <a:lnTo>
                    <a:pt x="6301" y="534"/>
                  </a:lnTo>
                  <a:lnTo>
                    <a:pt x="6301" y="2036"/>
                  </a:lnTo>
                  <a:lnTo>
                    <a:pt x="6107" y="2084"/>
                  </a:lnTo>
                  <a:lnTo>
                    <a:pt x="5913" y="2181"/>
                  </a:lnTo>
                  <a:lnTo>
                    <a:pt x="5816" y="2375"/>
                  </a:lnTo>
                  <a:lnTo>
                    <a:pt x="5768" y="2569"/>
                  </a:lnTo>
                  <a:lnTo>
                    <a:pt x="5768" y="4411"/>
                  </a:lnTo>
                  <a:lnTo>
                    <a:pt x="5235" y="4411"/>
                  </a:lnTo>
                  <a:lnTo>
                    <a:pt x="4702" y="4459"/>
                  </a:lnTo>
                  <a:lnTo>
                    <a:pt x="4217" y="4508"/>
                  </a:lnTo>
                  <a:lnTo>
                    <a:pt x="3732" y="4653"/>
                  </a:lnTo>
                  <a:lnTo>
                    <a:pt x="3248" y="4798"/>
                  </a:lnTo>
                  <a:lnTo>
                    <a:pt x="2763" y="5041"/>
                  </a:lnTo>
                  <a:lnTo>
                    <a:pt x="2327" y="5283"/>
                  </a:lnTo>
                  <a:lnTo>
                    <a:pt x="1939" y="5574"/>
                  </a:lnTo>
                  <a:lnTo>
                    <a:pt x="1551" y="5962"/>
                  </a:lnTo>
                  <a:lnTo>
                    <a:pt x="1212" y="6349"/>
                  </a:lnTo>
                  <a:lnTo>
                    <a:pt x="873" y="6737"/>
                  </a:lnTo>
                  <a:lnTo>
                    <a:pt x="631" y="7173"/>
                  </a:lnTo>
                  <a:lnTo>
                    <a:pt x="388" y="7658"/>
                  </a:lnTo>
                  <a:lnTo>
                    <a:pt x="243" y="8094"/>
                  </a:lnTo>
                  <a:lnTo>
                    <a:pt x="97" y="8627"/>
                  </a:lnTo>
                  <a:lnTo>
                    <a:pt x="49" y="9112"/>
                  </a:lnTo>
                  <a:lnTo>
                    <a:pt x="1" y="9645"/>
                  </a:lnTo>
                  <a:lnTo>
                    <a:pt x="1" y="14831"/>
                  </a:lnTo>
                  <a:lnTo>
                    <a:pt x="1" y="16866"/>
                  </a:lnTo>
                  <a:lnTo>
                    <a:pt x="49" y="17060"/>
                  </a:lnTo>
                  <a:lnTo>
                    <a:pt x="146" y="17205"/>
                  </a:lnTo>
                  <a:lnTo>
                    <a:pt x="340" y="17302"/>
                  </a:lnTo>
                  <a:lnTo>
                    <a:pt x="534" y="17351"/>
                  </a:lnTo>
                  <a:lnTo>
                    <a:pt x="11681" y="17351"/>
                  </a:lnTo>
                  <a:lnTo>
                    <a:pt x="11874" y="17302"/>
                  </a:lnTo>
                  <a:lnTo>
                    <a:pt x="12068" y="17205"/>
                  </a:lnTo>
                  <a:lnTo>
                    <a:pt x="12165" y="17060"/>
                  </a:lnTo>
                  <a:lnTo>
                    <a:pt x="12214" y="16866"/>
                  </a:lnTo>
                  <a:lnTo>
                    <a:pt x="12214" y="15994"/>
                  </a:lnTo>
                  <a:lnTo>
                    <a:pt x="12165" y="15703"/>
                  </a:lnTo>
                  <a:lnTo>
                    <a:pt x="12117" y="15461"/>
                  </a:lnTo>
                  <a:lnTo>
                    <a:pt x="12020" y="15218"/>
                  </a:lnTo>
                  <a:lnTo>
                    <a:pt x="11874" y="14976"/>
                  </a:lnTo>
                  <a:lnTo>
                    <a:pt x="11681" y="14782"/>
                  </a:lnTo>
                  <a:lnTo>
                    <a:pt x="11487" y="14637"/>
                  </a:lnTo>
                  <a:lnTo>
                    <a:pt x="11293" y="14491"/>
                  </a:lnTo>
                  <a:lnTo>
                    <a:pt x="11002" y="14395"/>
                  </a:lnTo>
                  <a:lnTo>
                    <a:pt x="11002" y="12795"/>
                  </a:lnTo>
                  <a:lnTo>
                    <a:pt x="11002" y="12601"/>
                  </a:lnTo>
                  <a:lnTo>
                    <a:pt x="10857" y="12407"/>
                  </a:lnTo>
                  <a:lnTo>
                    <a:pt x="10711" y="12311"/>
                  </a:lnTo>
                  <a:lnTo>
                    <a:pt x="10517" y="12262"/>
                  </a:lnTo>
                  <a:lnTo>
                    <a:pt x="5089" y="12262"/>
                  </a:lnTo>
                  <a:lnTo>
                    <a:pt x="4895" y="12311"/>
                  </a:lnTo>
                  <a:lnTo>
                    <a:pt x="4750" y="12407"/>
                  </a:lnTo>
                  <a:lnTo>
                    <a:pt x="4605" y="12601"/>
                  </a:lnTo>
                  <a:lnTo>
                    <a:pt x="4605" y="12795"/>
                  </a:lnTo>
                  <a:lnTo>
                    <a:pt x="4605" y="14298"/>
                  </a:lnTo>
                  <a:lnTo>
                    <a:pt x="3054" y="14298"/>
                  </a:lnTo>
                  <a:lnTo>
                    <a:pt x="3054" y="9645"/>
                  </a:lnTo>
                  <a:lnTo>
                    <a:pt x="3102" y="9209"/>
                  </a:lnTo>
                  <a:lnTo>
                    <a:pt x="3248" y="8821"/>
                  </a:lnTo>
                  <a:lnTo>
                    <a:pt x="3442" y="8433"/>
                  </a:lnTo>
                  <a:lnTo>
                    <a:pt x="3684" y="8094"/>
                  </a:lnTo>
                  <a:lnTo>
                    <a:pt x="4023" y="7803"/>
                  </a:lnTo>
                  <a:lnTo>
                    <a:pt x="4411" y="7609"/>
                  </a:lnTo>
                  <a:lnTo>
                    <a:pt x="4799" y="7513"/>
                  </a:lnTo>
                  <a:lnTo>
                    <a:pt x="5235" y="7464"/>
                  </a:lnTo>
                  <a:lnTo>
                    <a:pt x="5768" y="7464"/>
                  </a:lnTo>
                  <a:lnTo>
                    <a:pt x="5768" y="9742"/>
                  </a:lnTo>
                  <a:lnTo>
                    <a:pt x="5816" y="9984"/>
                  </a:lnTo>
                  <a:lnTo>
                    <a:pt x="5913" y="10130"/>
                  </a:lnTo>
                  <a:lnTo>
                    <a:pt x="6107" y="10227"/>
                  </a:lnTo>
                  <a:lnTo>
                    <a:pt x="6301" y="10275"/>
                  </a:lnTo>
                  <a:lnTo>
                    <a:pt x="7319" y="10275"/>
                  </a:lnTo>
                  <a:lnTo>
                    <a:pt x="7319" y="10760"/>
                  </a:lnTo>
                  <a:lnTo>
                    <a:pt x="7319" y="10954"/>
                  </a:lnTo>
                  <a:lnTo>
                    <a:pt x="7464" y="11099"/>
                  </a:lnTo>
                  <a:lnTo>
                    <a:pt x="7610" y="11196"/>
                  </a:lnTo>
                  <a:lnTo>
                    <a:pt x="7803" y="11244"/>
                  </a:lnTo>
                  <a:lnTo>
                    <a:pt x="7997" y="11196"/>
                  </a:lnTo>
                  <a:lnTo>
                    <a:pt x="8143" y="11099"/>
                  </a:lnTo>
                  <a:lnTo>
                    <a:pt x="8288" y="10954"/>
                  </a:lnTo>
                  <a:lnTo>
                    <a:pt x="8337" y="10760"/>
                  </a:lnTo>
                  <a:lnTo>
                    <a:pt x="8337" y="10275"/>
                  </a:lnTo>
                  <a:lnTo>
                    <a:pt x="9306" y="10275"/>
                  </a:lnTo>
                  <a:lnTo>
                    <a:pt x="9548" y="10227"/>
                  </a:lnTo>
                  <a:lnTo>
                    <a:pt x="9694" y="10130"/>
                  </a:lnTo>
                  <a:lnTo>
                    <a:pt x="9790" y="9984"/>
                  </a:lnTo>
                  <a:lnTo>
                    <a:pt x="9839" y="9742"/>
                  </a:lnTo>
                  <a:lnTo>
                    <a:pt x="9839" y="2569"/>
                  </a:lnTo>
                  <a:lnTo>
                    <a:pt x="9790" y="2375"/>
                  </a:lnTo>
                  <a:lnTo>
                    <a:pt x="9694" y="2181"/>
                  </a:lnTo>
                  <a:lnTo>
                    <a:pt x="9548" y="2084"/>
                  </a:lnTo>
                  <a:lnTo>
                    <a:pt x="9306" y="2036"/>
                  </a:lnTo>
                  <a:lnTo>
                    <a:pt x="9306" y="534"/>
                  </a:lnTo>
                  <a:lnTo>
                    <a:pt x="9306" y="340"/>
                  </a:lnTo>
                  <a:lnTo>
                    <a:pt x="9160" y="146"/>
                  </a:lnTo>
                  <a:lnTo>
                    <a:pt x="9015" y="49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4193021" y="1451106"/>
              <a:ext cx="143510" cy="171986"/>
            </a:xfrm>
            <a:custGeom>
              <a:avLst/>
              <a:gdLst/>
              <a:ahLst/>
              <a:cxnLst/>
              <a:rect l="l" t="t" r="r" b="b"/>
              <a:pathLst>
                <a:path w="6350" h="7610" extrusionOk="0">
                  <a:moveTo>
                    <a:pt x="2520" y="1018"/>
                  </a:moveTo>
                  <a:lnTo>
                    <a:pt x="2956" y="1793"/>
                  </a:lnTo>
                  <a:lnTo>
                    <a:pt x="2520" y="2617"/>
                  </a:lnTo>
                  <a:lnTo>
                    <a:pt x="1551" y="2617"/>
                  </a:lnTo>
                  <a:lnTo>
                    <a:pt x="1115" y="1793"/>
                  </a:lnTo>
                  <a:lnTo>
                    <a:pt x="1551" y="1018"/>
                  </a:lnTo>
                  <a:close/>
                  <a:moveTo>
                    <a:pt x="2520" y="3635"/>
                  </a:moveTo>
                  <a:lnTo>
                    <a:pt x="2956" y="4459"/>
                  </a:lnTo>
                  <a:lnTo>
                    <a:pt x="2520" y="5234"/>
                  </a:lnTo>
                  <a:lnTo>
                    <a:pt x="1551" y="5234"/>
                  </a:lnTo>
                  <a:lnTo>
                    <a:pt x="1115" y="4459"/>
                  </a:lnTo>
                  <a:lnTo>
                    <a:pt x="1551" y="3635"/>
                  </a:lnTo>
                  <a:close/>
                  <a:moveTo>
                    <a:pt x="4798" y="4944"/>
                  </a:moveTo>
                  <a:lnTo>
                    <a:pt x="5283" y="5768"/>
                  </a:lnTo>
                  <a:lnTo>
                    <a:pt x="4798" y="6591"/>
                  </a:lnTo>
                  <a:lnTo>
                    <a:pt x="3877" y="6591"/>
                  </a:lnTo>
                  <a:lnTo>
                    <a:pt x="3393" y="5768"/>
                  </a:lnTo>
                  <a:lnTo>
                    <a:pt x="3877" y="4944"/>
                  </a:lnTo>
                  <a:close/>
                  <a:moveTo>
                    <a:pt x="1163" y="0"/>
                  </a:moveTo>
                  <a:lnTo>
                    <a:pt x="1018" y="49"/>
                  </a:lnTo>
                  <a:lnTo>
                    <a:pt x="921" y="146"/>
                  </a:lnTo>
                  <a:lnTo>
                    <a:pt x="824" y="243"/>
                  </a:lnTo>
                  <a:lnTo>
                    <a:pt x="97" y="1551"/>
                  </a:lnTo>
                  <a:lnTo>
                    <a:pt x="49" y="1696"/>
                  </a:lnTo>
                  <a:lnTo>
                    <a:pt x="0" y="1793"/>
                  </a:lnTo>
                  <a:lnTo>
                    <a:pt x="49" y="1939"/>
                  </a:lnTo>
                  <a:lnTo>
                    <a:pt x="97" y="2084"/>
                  </a:lnTo>
                  <a:lnTo>
                    <a:pt x="679" y="3150"/>
                  </a:lnTo>
                  <a:lnTo>
                    <a:pt x="97" y="4217"/>
                  </a:lnTo>
                  <a:lnTo>
                    <a:pt x="49" y="4314"/>
                  </a:lnTo>
                  <a:lnTo>
                    <a:pt x="0" y="4459"/>
                  </a:lnTo>
                  <a:lnTo>
                    <a:pt x="49" y="4556"/>
                  </a:lnTo>
                  <a:lnTo>
                    <a:pt x="97" y="4701"/>
                  </a:lnTo>
                  <a:lnTo>
                    <a:pt x="824" y="6010"/>
                  </a:lnTo>
                  <a:lnTo>
                    <a:pt x="921" y="6107"/>
                  </a:lnTo>
                  <a:lnTo>
                    <a:pt x="1018" y="6204"/>
                  </a:lnTo>
                  <a:lnTo>
                    <a:pt x="1163" y="6252"/>
                  </a:lnTo>
                  <a:lnTo>
                    <a:pt x="2520" y="6252"/>
                  </a:lnTo>
                  <a:lnTo>
                    <a:pt x="3102" y="7318"/>
                  </a:lnTo>
                  <a:lnTo>
                    <a:pt x="3199" y="7464"/>
                  </a:lnTo>
                  <a:lnTo>
                    <a:pt x="3296" y="7512"/>
                  </a:lnTo>
                  <a:lnTo>
                    <a:pt x="3441" y="7561"/>
                  </a:lnTo>
                  <a:lnTo>
                    <a:pt x="3587" y="7609"/>
                  </a:lnTo>
                  <a:lnTo>
                    <a:pt x="5089" y="7609"/>
                  </a:lnTo>
                  <a:lnTo>
                    <a:pt x="5234" y="7561"/>
                  </a:lnTo>
                  <a:lnTo>
                    <a:pt x="5331" y="7512"/>
                  </a:lnTo>
                  <a:lnTo>
                    <a:pt x="5428" y="7464"/>
                  </a:lnTo>
                  <a:lnTo>
                    <a:pt x="5525" y="7318"/>
                  </a:lnTo>
                  <a:lnTo>
                    <a:pt x="6301" y="6010"/>
                  </a:lnTo>
                  <a:lnTo>
                    <a:pt x="6349" y="5913"/>
                  </a:lnTo>
                  <a:lnTo>
                    <a:pt x="6349" y="5768"/>
                  </a:lnTo>
                  <a:lnTo>
                    <a:pt x="6349" y="5622"/>
                  </a:lnTo>
                  <a:lnTo>
                    <a:pt x="6301" y="5525"/>
                  </a:lnTo>
                  <a:lnTo>
                    <a:pt x="5525" y="4217"/>
                  </a:lnTo>
                  <a:lnTo>
                    <a:pt x="5428" y="4071"/>
                  </a:lnTo>
                  <a:lnTo>
                    <a:pt x="5331" y="4023"/>
                  </a:lnTo>
                  <a:lnTo>
                    <a:pt x="5234" y="3974"/>
                  </a:lnTo>
                  <a:lnTo>
                    <a:pt x="5089" y="3926"/>
                  </a:lnTo>
                  <a:lnTo>
                    <a:pt x="3877" y="3926"/>
                  </a:lnTo>
                  <a:lnTo>
                    <a:pt x="3393" y="3150"/>
                  </a:lnTo>
                  <a:lnTo>
                    <a:pt x="4023" y="2084"/>
                  </a:lnTo>
                  <a:lnTo>
                    <a:pt x="4071" y="1939"/>
                  </a:lnTo>
                  <a:lnTo>
                    <a:pt x="4071" y="1793"/>
                  </a:lnTo>
                  <a:lnTo>
                    <a:pt x="4071" y="1696"/>
                  </a:lnTo>
                  <a:lnTo>
                    <a:pt x="4023" y="1551"/>
                  </a:lnTo>
                  <a:lnTo>
                    <a:pt x="3247" y="243"/>
                  </a:lnTo>
                  <a:lnTo>
                    <a:pt x="3150" y="146"/>
                  </a:lnTo>
                  <a:lnTo>
                    <a:pt x="3053" y="49"/>
                  </a:lnTo>
                  <a:lnTo>
                    <a:pt x="2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  <p:grpSp>
        <p:nvGrpSpPr>
          <p:cNvPr id="514" name="Google Shape;514;p44"/>
          <p:cNvGrpSpPr/>
          <p:nvPr/>
        </p:nvGrpSpPr>
        <p:grpSpPr>
          <a:xfrm>
            <a:off x="6922659" y="1788598"/>
            <a:ext cx="385579" cy="392133"/>
            <a:chOff x="1363817" y="2636227"/>
            <a:chExt cx="385579" cy="392133"/>
          </a:xfrm>
        </p:grpSpPr>
        <p:sp>
          <p:nvSpPr>
            <p:cNvPr id="515" name="Google Shape;515;p44"/>
            <p:cNvSpPr/>
            <p:nvPr/>
          </p:nvSpPr>
          <p:spPr>
            <a:xfrm>
              <a:off x="1672691" y="2704117"/>
              <a:ext cx="56997" cy="23029"/>
            </a:xfrm>
            <a:custGeom>
              <a:avLst/>
              <a:gdLst/>
              <a:ahLst/>
              <a:cxnLst/>
              <a:rect l="l" t="t" r="r" b="b"/>
              <a:pathLst>
                <a:path w="2522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9"/>
                  </a:lnTo>
                  <a:lnTo>
                    <a:pt x="1988" y="1019"/>
                  </a:lnTo>
                  <a:lnTo>
                    <a:pt x="2182" y="970"/>
                  </a:lnTo>
                  <a:lnTo>
                    <a:pt x="2376" y="873"/>
                  </a:lnTo>
                  <a:lnTo>
                    <a:pt x="2473" y="679"/>
                  </a:lnTo>
                  <a:lnTo>
                    <a:pt x="2521" y="486"/>
                  </a:lnTo>
                  <a:lnTo>
                    <a:pt x="2473" y="292"/>
                  </a:lnTo>
                  <a:lnTo>
                    <a:pt x="2376" y="146"/>
                  </a:lnTo>
                  <a:lnTo>
                    <a:pt x="2182" y="49"/>
                  </a:lnTo>
                  <a:lnTo>
                    <a:pt x="1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516" name="Google Shape;516;p44"/>
            <p:cNvSpPr/>
            <p:nvPr/>
          </p:nvSpPr>
          <p:spPr>
            <a:xfrm>
              <a:off x="1665030" y="2754515"/>
              <a:ext cx="50421" cy="40544"/>
            </a:xfrm>
            <a:custGeom>
              <a:avLst/>
              <a:gdLst/>
              <a:ahLst/>
              <a:cxnLst/>
              <a:rect l="l" t="t" r="r" b="b"/>
              <a:pathLst>
                <a:path w="2231" h="1794" extrusionOk="0">
                  <a:moveTo>
                    <a:pt x="388" y="0"/>
                  </a:moveTo>
                  <a:lnTo>
                    <a:pt x="195" y="49"/>
                  </a:lnTo>
                  <a:lnTo>
                    <a:pt x="49" y="194"/>
                  </a:lnTo>
                  <a:lnTo>
                    <a:pt x="1" y="388"/>
                  </a:lnTo>
                  <a:lnTo>
                    <a:pt x="1" y="582"/>
                  </a:lnTo>
                  <a:lnTo>
                    <a:pt x="49" y="776"/>
                  </a:lnTo>
                  <a:lnTo>
                    <a:pt x="195" y="921"/>
                  </a:lnTo>
                  <a:lnTo>
                    <a:pt x="1455" y="1697"/>
                  </a:lnTo>
                  <a:lnTo>
                    <a:pt x="1649" y="1794"/>
                  </a:lnTo>
                  <a:lnTo>
                    <a:pt x="1842" y="1794"/>
                  </a:lnTo>
                  <a:lnTo>
                    <a:pt x="2036" y="1697"/>
                  </a:lnTo>
                  <a:lnTo>
                    <a:pt x="2182" y="1551"/>
                  </a:lnTo>
                  <a:lnTo>
                    <a:pt x="2230" y="1357"/>
                  </a:lnTo>
                  <a:lnTo>
                    <a:pt x="2230" y="1163"/>
                  </a:lnTo>
                  <a:lnTo>
                    <a:pt x="2182" y="1018"/>
                  </a:lnTo>
                  <a:lnTo>
                    <a:pt x="2036" y="873"/>
                  </a:lnTo>
                  <a:lnTo>
                    <a:pt x="776" y="4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517" name="Google Shape;517;p44"/>
            <p:cNvSpPr/>
            <p:nvPr/>
          </p:nvSpPr>
          <p:spPr>
            <a:xfrm>
              <a:off x="1665030" y="2636227"/>
              <a:ext cx="50421" cy="40544"/>
            </a:xfrm>
            <a:custGeom>
              <a:avLst/>
              <a:gdLst/>
              <a:ahLst/>
              <a:cxnLst/>
              <a:rect l="l" t="t" r="r" b="b"/>
              <a:pathLst>
                <a:path w="2231" h="1794" extrusionOk="0">
                  <a:moveTo>
                    <a:pt x="1649" y="0"/>
                  </a:moveTo>
                  <a:lnTo>
                    <a:pt x="1455" y="49"/>
                  </a:lnTo>
                  <a:lnTo>
                    <a:pt x="195" y="872"/>
                  </a:lnTo>
                  <a:lnTo>
                    <a:pt x="49" y="1018"/>
                  </a:lnTo>
                  <a:lnTo>
                    <a:pt x="1" y="1212"/>
                  </a:lnTo>
                  <a:lnTo>
                    <a:pt x="1" y="1406"/>
                  </a:lnTo>
                  <a:lnTo>
                    <a:pt x="49" y="1551"/>
                  </a:lnTo>
                  <a:lnTo>
                    <a:pt x="146" y="1696"/>
                  </a:lnTo>
                  <a:lnTo>
                    <a:pt x="243" y="1745"/>
                  </a:lnTo>
                  <a:lnTo>
                    <a:pt x="388" y="1793"/>
                  </a:lnTo>
                  <a:lnTo>
                    <a:pt x="631" y="1793"/>
                  </a:lnTo>
                  <a:lnTo>
                    <a:pt x="776" y="1745"/>
                  </a:lnTo>
                  <a:lnTo>
                    <a:pt x="2036" y="921"/>
                  </a:lnTo>
                  <a:lnTo>
                    <a:pt x="2182" y="776"/>
                  </a:lnTo>
                  <a:lnTo>
                    <a:pt x="2230" y="582"/>
                  </a:lnTo>
                  <a:lnTo>
                    <a:pt x="2230" y="388"/>
                  </a:lnTo>
                  <a:lnTo>
                    <a:pt x="2182" y="242"/>
                  </a:lnTo>
                  <a:lnTo>
                    <a:pt x="2036" y="97"/>
                  </a:lnTo>
                  <a:lnTo>
                    <a:pt x="18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518" name="Google Shape;518;p44"/>
            <p:cNvSpPr/>
            <p:nvPr/>
          </p:nvSpPr>
          <p:spPr>
            <a:xfrm>
              <a:off x="1383547" y="2704117"/>
              <a:ext cx="56975" cy="23029"/>
            </a:xfrm>
            <a:custGeom>
              <a:avLst/>
              <a:gdLst/>
              <a:ahLst/>
              <a:cxnLst/>
              <a:rect l="l" t="t" r="r" b="b"/>
              <a:pathLst>
                <a:path w="2521" h="1019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9"/>
                  </a:lnTo>
                  <a:lnTo>
                    <a:pt x="1987" y="1019"/>
                  </a:lnTo>
                  <a:lnTo>
                    <a:pt x="2181" y="970"/>
                  </a:lnTo>
                  <a:lnTo>
                    <a:pt x="2327" y="873"/>
                  </a:lnTo>
                  <a:lnTo>
                    <a:pt x="2472" y="679"/>
                  </a:lnTo>
                  <a:lnTo>
                    <a:pt x="2520" y="486"/>
                  </a:lnTo>
                  <a:lnTo>
                    <a:pt x="2472" y="292"/>
                  </a:lnTo>
                  <a:lnTo>
                    <a:pt x="2327" y="146"/>
                  </a:lnTo>
                  <a:lnTo>
                    <a:pt x="2181" y="49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519" name="Google Shape;519;p44"/>
            <p:cNvSpPr/>
            <p:nvPr/>
          </p:nvSpPr>
          <p:spPr>
            <a:xfrm>
              <a:off x="1396677" y="2754515"/>
              <a:ext cx="51505" cy="40544"/>
            </a:xfrm>
            <a:custGeom>
              <a:avLst/>
              <a:gdLst/>
              <a:ahLst/>
              <a:cxnLst/>
              <a:rect l="l" t="t" r="r" b="b"/>
              <a:pathLst>
                <a:path w="2279" h="1794" extrusionOk="0">
                  <a:moveTo>
                    <a:pt x="1697" y="0"/>
                  </a:moveTo>
                  <a:lnTo>
                    <a:pt x="1503" y="49"/>
                  </a:lnTo>
                  <a:lnTo>
                    <a:pt x="243" y="873"/>
                  </a:lnTo>
                  <a:lnTo>
                    <a:pt x="98" y="1018"/>
                  </a:lnTo>
                  <a:lnTo>
                    <a:pt x="1" y="1163"/>
                  </a:lnTo>
                  <a:lnTo>
                    <a:pt x="1" y="1357"/>
                  </a:lnTo>
                  <a:lnTo>
                    <a:pt x="98" y="1551"/>
                  </a:lnTo>
                  <a:lnTo>
                    <a:pt x="146" y="1648"/>
                  </a:lnTo>
                  <a:lnTo>
                    <a:pt x="292" y="1745"/>
                  </a:lnTo>
                  <a:lnTo>
                    <a:pt x="389" y="1794"/>
                  </a:lnTo>
                  <a:lnTo>
                    <a:pt x="631" y="1794"/>
                  </a:lnTo>
                  <a:lnTo>
                    <a:pt x="776" y="1697"/>
                  </a:lnTo>
                  <a:lnTo>
                    <a:pt x="2036" y="921"/>
                  </a:lnTo>
                  <a:lnTo>
                    <a:pt x="2182" y="776"/>
                  </a:lnTo>
                  <a:lnTo>
                    <a:pt x="2279" y="582"/>
                  </a:lnTo>
                  <a:lnTo>
                    <a:pt x="2279" y="388"/>
                  </a:lnTo>
                  <a:lnTo>
                    <a:pt x="2182" y="194"/>
                  </a:lnTo>
                  <a:lnTo>
                    <a:pt x="2036" y="4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520" name="Google Shape;520;p44"/>
            <p:cNvSpPr/>
            <p:nvPr/>
          </p:nvSpPr>
          <p:spPr>
            <a:xfrm>
              <a:off x="1396677" y="2636227"/>
              <a:ext cx="51505" cy="40544"/>
            </a:xfrm>
            <a:custGeom>
              <a:avLst/>
              <a:gdLst/>
              <a:ahLst/>
              <a:cxnLst/>
              <a:rect l="l" t="t" r="r" b="b"/>
              <a:pathLst>
                <a:path w="2279" h="1794" extrusionOk="0">
                  <a:moveTo>
                    <a:pt x="389" y="0"/>
                  </a:moveTo>
                  <a:lnTo>
                    <a:pt x="243" y="97"/>
                  </a:lnTo>
                  <a:lnTo>
                    <a:pt x="98" y="242"/>
                  </a:lnTo>
                  <a:lnTo>
                    <a:pt x="1" y="388"/>
                  </a:lnTo>
                  <a:lnTo>
                    <a:pt x="1" y="582"/>
                  </a:lnTo>
                  <a:lnTo>
                    <a:pt x="98" y="776"/>
                  </a:lnTo>
                  <a:lnTo>
                    <a:pt x="243" y="921"/>
                  </a:lnTo>
                  <a:lnTo>
                    <a:pt x="1503" y="1745"/>
                  </a:lnTo>
                  <a:lnTo>
                    <a:pt x="1600" y="1793"/>
                  </a:lnTo>
                  <a:lnTo>
                    <a:pt x="1891" y="1793"/>
                  </a:lnTo>
                  <a:lnTo>
                    <a:pt x="1988" y="1745"/>
                  </a:lnTo>
                  <a:lnTo>
                    <a:pt x="2085" y="1696"/>
                  </a:lnTo>
                  <a:lnTo>
                    <a:pt x="2182" y="1551"/>
                  </a:lnTo>
                  <a:lnTo>
                    <a:pt x="2279" y="1406"/>
                  </a:lnTo>
                  <a:lnTo>
                    <a:pt x="2279" y="1212"/>
                  </a:lnTo>
                  <a:lnTo>
                    <a:pt x="2182" y="1018"/>
                  </a:lnTo>
                  <a:lnTo>
                    <a:pt x="2036" y="872"/>
                  </a:lnTo>
                  <a:lnTo>
                    <a:pt x="776" y="49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521" name="Google Shape;521;p44"/>
            <p:cNvSpPr/>
            <p:nvPr/>
          </p:nvSpPr>
          <p:spPr>
            <a:xfrm>
              <a:off x="1363817" y="2636227"/>
              <a:ext cx="385579" cy="392133"/>
            </a:xfrm>
            <a:custGeom>
              <a:avLst/>
              <a:gdLst/>
              <a:ahLst/>
              <a:cxnLst/>
              <a:rect l="l" t="t" r="r" b="b"/>
              <a:pathLst>
                <a:path w="17061" h="17351" extrusionOk="0">
                  <a:moveTo>
                    <a:pt x="9161" y="1018"/>
                  </a:moveTo>
                  <a:lnTo>
                    <a:pt x="9645" y="1066"/>
                  </a:lnTo>
                  <a:lnTo>
                    <a:pt x="10082" y="1163"/>
                  </a:lnTo>
                  <a:lnTo>
                    <a:pt x="10469" y="1406"/>
                  </a:lnTo>
                  <a:lnTo>
                    <a:pt x="10809" y="1696"/>
                  </a:lnTo>
                  <a:lnTo>
                    <a:pt x="11099" y="2036"/>
                  </a:lnTo>
                  <a:lnTo>
                    <a:pt x="11342" y="2423"/>
                  </a:lnTo>
                  <a:lnTo>
                    <a:pt x="11487" y="2860"/>
                  </a:lnTo>
                  <a:lnTo>
                    <a:pt x="11536" y="3296"/>
                  </a:lnTo>
                  <a:lnTo>
                    <a:pt x="11487" y="3780"/>
                  </a:lnTo>
                  <a:lnTo>
                    <a:pt x="11342" y="4265"/>
                  </a:lnTo>
                  <a:lnTo>
                    <a:pt x="11099" y="4653"/>
                  </a:lnTo>
                  <a:lnTo>
                    <a:pt x="10809" y="5040"/>
                  </a:lnTo>
                  <a:lnTo>
                    <a:pt x="10518" y="5331"/>
                  </a:lnTo>
                  <a:lnTo>
                    <a:pt x="10275" y="5622"/>
                  </a:lnTo>
                  <a:lnTo>
                    <a:pt x="10082" y="5961"/>
                  </a:lnTo>
                  <a:lnTo>
                    <a:pt x="9888" y="6301"/>
                  </a:lnTo>
                  <a:lnTo>
                    <a:pt x="9742" y="6640"/>
                  </a:lnTo>
                  <a:lnTo>
                    <a:pt x="9597" y="7028"/>
                  </a:lnTo>
                  <a:lnTo>
                    <a:pt x="9500" y="7367"/>
                  </a:lnTo>
                  <a:lnTo>
                    <a:pt x="9452" y="7754"/>
                  </a:lnTo>
                  <a:lnTo>
                    <a:pt x="9015" y="7754"/>
                  </a:lnTo>
                  <a:lnTo>
                    <a:pt x="9015" y="4944"/>
                  </a:lnTo>
                  <a:lnTo>
                    <a:pt x="9452" y="4798"/>
                  </a:lnTo>
                  <a:lnTo>
                    <a:pt x="9888" y="4556"/>
                  </a:lnTo>
                  <a:lnTo>
                    <a:pt x="9985" y="4410"/>
                  </a:lnTo>
                  <a:lnTo>
                    <a:pt x="10082" y="4217"/>
                  </a:lnTo>
                  <a:lnTo>
                    <a:pt x="10082" y="4023"/>
                  </a:lnTo>
                  <a:lnTo>
                    <a:pt x="9985" y="3829"/>
                  </a:lnTo>
                  <a:lnTo>
                    <a:pt x="9839" y="3732"/>
                  </a:lnTo>
                  <a:lnTo>
                    <a:pt x="9645" y="3635"/>
                  </a:lnTo>
                  <a:lnTo>
                    <a:pt x="9452" y="3635"/>
                  </a:lnTo>
                  <a:lnTo>
                    <a:pt x="9258" y="3732"/>
                  </a:lnTo>
                  <a:lnTo>
                    <a:pt x="9112" y="3829"/>
                  </a:lnTo>
                  <a:lnTo>
                    <a:pt x="8918" y="3926"/>
                  </a:lnTo>
                  <a:lnTo>
                    <a:pt x="8725" y="3974"/>
                  </a:lnTo>
                  <a:lnTo>
                    <a:pt x="8337" y="3974"/>
                  </a:lnTo>
                  <a:lnTo>
                    <a:pt x="8143" y="3926"/>
                  </a:lnTo>
                  <a:lnTo>
                    <a:pt x="7949" y="3829"/>
                  </a:lnTo>
                  <a:lnTo>
                    <a:pt x="7755" y="3732"/>
                  </a:lnTo>
                  <a:lnTo>
                    <a:pt x="7610" y="3635"/>
                  </a:lnTo>
                  <a:lnTo>
                    <a:pt x="7416" y="3635"/>
                  </a:lnTo>
                  <a:lnTo>
                    <a:pt x="7222" y="3732"/>
                  </a:lnTo>
                  <a:lnTo>
                    <a:pt x="7077" y="3829"/>
                  </a:lnTo>
                  <a:lnTo>
                    <a:pt x="6980" y="4023"/>
                  </a:lnTo>
                  <a:lnTo>
                    <a:pt x="6980" y="4217"/>
                  </a:lnTo>
                  <a:lnTo>
                    <a:pt x="7028" y="4410"/>
                  </a:lnTo>
                  <a:lnTo>
                    <a:pt x="7174" y="4556"/>
                  </a:lnTo>
                  <a:lnTo>
                    <a:pt x="7561" y="4798"/>
                  </a:lnTo>
                  <a:lnTo>
                    <a:pt x="7998" y="4944"/>
                  </a:lnTo>
                  <a:lnTo>
                    <a:pt x="7998" y="7754"/>
                  </a:lnTo>
                  <a:lnTo>
                    <a:pt x="7561" y="7754"/>
                  </a:lnTo>
                  <a:lnTo>
                    <a:pt x="7513" y="7415"/>
                  </a:lnTo>
                  <a:lnTo>
                    <a:pt x="7416" y="7028"/>
                  </a:lnTo>
                  <a:lnTo>
                    <a:pt x="7271" y="6640"/>
                  </a:lnTo>
                  <a:lnTo>
                    <a:pt x="7125" y="6301"/>
                  </a:lnTo>
                  <a:lnTo>
                    <a:pt x="6931" y="5961"/>
                  </a:lnTo>
                  <a:lnTo>
                    <a:pt x="6737" y="5622"/>
                  </a:lnTo>
                  <a:lnTo>
                    <a:pt x="6495" y="5283"/>
                  </a:lnTo>
                  <a:lnTo>
                    <a:pt x="6204" y="4992"/>
                  </a:lnTo>
                  <a:lnTo>
                    <a:pt x="5914" y="4653"/>
                  </a:lnTo>
                  <a:lnTo>
                    <a:pt x="5671" y="4265"/>
                  </a:lnTo>
                  <a:lnTo>
                    <a:pt x="5574" y="3829"/>
                  </a:lnTo>
                  <a:lnTo>
                    <a:pt x="5526" y="3344"/>
                  </a:lnTo>
                  <a:lnTo>
                    <a:pt x="5526" y="2860"/>
                  </a:lnTo>
                  <a:lnTo>
                    <a:pt x="5671" y="2423"/>
                  </a:lnTo>
                  <a:lnTo>
                    <a:pt x="5914" y="2036"/>
                  </a:lnTo>
                  <a:lnTo>
                    <a:pt x="6204" y="1696"/>
                  </a:lnTo>
                  <a:lnTo>
                    <a:pt x="6544" y="1406"/>
                  </a:lnTo>
                  <a:lnTo>
                    <a:pt x="6931" y="1163"/>
                  </a:lnTo>
                  <a:lnTo>
                    <a:pt x="7368" y="1066"/>
                  </a:lnTo>
                  <a:lnTo>
                    <a:pt x="7852" y="1018"/>
                  </a:lnTo>
                  <a:close/>
                  <a:moveTo>
                    <a:pt x="9452" y="8772"/>
                  </a:moveTo>
                  <a:lnTo>
                    <a:pt x="9452" y="9596"/>
                  </a:lnTo>
                  <a:lnTo>
                    <a:pt x="8531" y="10517"/>
                  </a:lnTo>
                  <a:lnTo>
                    <a:pt x="7610" y="9596"/>
                  </a:lnTo>
                  <a:lnTo>
                    <a:pt x="7610" y="8772"/>
                  </a:lnTo>
                  <a:close/>
                  <a:moveTo>
                    <a:pt x="7077" y="10565"/>
                  </a:moveTo>
                  <a:lnTo>
                    <a:pt x="7804" y="11244"/>
                  </a:lnTo>
                  <a:lnTo>
                    <a:pt x="6059" y="12989"/>
                  </a:lnTo>
                  <a:lnTo>
                    <a:pt x="5332" y="12310"/>
                  </a:lnTo>
                  <a:lnTo>
                    <a:pt x="7077" y="10565"/>
                  </a:lnTo>
                  <a:close/>
                  <a:moveTo>
                    <a:pt x="9936" y="10565"/>
                  </a:moveTo>
                  <a:lnTo>
                    <a:pt x="11681" y="12310"/>
                  </a:lnTo>
                  <a:lnTo>
                    <a:pt x="10954" y="12989"/>
                  </a:lnTo>
                  <a:lnTo>
                    <a:pt x="9209" y="11244"/>
                  </a:lnTo>
                  <a:lnTo>
                    <a:pt x="9936" y="10565"/>
                  </a:lnTo>
                  <a:close/>
                  <a:moveTo>
                    <a:pt x="7998" y="12504"/>
                  </a:moveTo>
                  <a:lnTo>
                    <a:pt x="7998" y="16333"/>
                  </a:lnTo>
                  <a:lnTo>
                    <a:pt x="1212" y="16333"/>
                  </a:lnTo>
                  <a:lnTo>
                    <a:pt x="2085" y="14103"/>
                  </a:lnTo>
                  <a:lnTo>
                    <a:pt x="2376" y="13716"/>
                  </a:lnTo>
                  <a:lnTo>
                    <a:pt x="2715" y="13376"/>
                  </a:lnTo>
                  <a:lnTo>
                    <a:pt x="3103" y="13134"/>
                  </a:lnTo>
                  <a:lnTo>
                    <a:pt x="3490" y="12989"/>
                  </a:lnTo>
                  <a:lnTo>
                    <a:pt x="4314" y="12698"/>
                  </a:lnTo>
                  <a:lnTo>
                    <a:pt x="5720" y="14103"/>
                  </a:lnTo>
                  <a:lnTo>
                    <a:pt x="5865" y="14200"/>
                  </a:lnTo>
                  <a:lnTo>
                    <a:pt x="6059" y="14249"/>
                  </a:lnTo>
                  <a:lnTo>
                    <a:pt x="6253" y="14200"/>
                  </a:lnTo>
                  <a:lnTo>
                    <a:pt x="6447" y="14103"/>
                  </a:lnTo>
                  <a:lnTo>
                    <a:pt x="7998" y="12504"/>
                  </a:lnTo>
                  <a:close/>
                  <a:moveTo>
                    <a:pt x="9015" y="12504"/>
                  </a:moveTo>
                  <a:lnTo>
                    <a:pt x="10615" y="14103"/>
                  </a:lnTo>
                  <a:lnTo>
                    <a:pt x="10760" y="14200"/>
                  </a:lnTo>
                  <a:lnTo>
                    <a:pt x="10954" y="14249"/>
                  </a:lnTo>
                  <a:lnTo>
                    <a:pt x="11148" y="14200"/>
                  </a:lnTo>
                  <a:lnTo>
                    <a:pt x="11342" y="14103"/>
                  </a:lnTo>
                  <a:lnTo>
                    <a:pt x="12699" y="12698"/>
                  </a:lnTo>
                  <a:lnTo>
                    <a:pt x="13523" y="12989"/>
                  </a:lnTo>
                  <a:lnTo>
                    <a:pt x="13959" y="13134"/>
                  </a:lnTo>
                  <a:lnTo>
                    <a:pt x="14346" y="13376"/>
                  </a:lnTo>
                  <a:lnTo>
                    <a:pt x="14686" y="13716"/>
                  </a:lnTo>
                  <a:lnTo>
                    <a:pt x="14928" y="14103"/>
                  </a:lnTo>
                  <a:lnTo>
                    <a:pt x="15800" y="16333"/>
                  </a:lnTo>
                  <a:lnTo>
                    <a:pt x="9015" y="16333"/>
                  </a:lnTo>
                  <a:lnTo>
                    <a:pt x="9015" y="12504"/>
                  </a:lnTo>
                  <a:close/>
                  <a:moveTo>
                    <a:pt x="7513" y="0"/>
                  </a:moveTo>
                  <a:lnTo>
                    <a:pt x="7174" y="49"/>
                  </a:lnTo>
                  <a:lnTo>
                    <a:pt x="6883" y="146"/>
                  </a:lnTo>
                  <a:lnTo>
                    <a:pt x="6544" y="242"/>
                  </a:lnTo>
                  <a:lnTo>
                    <a:pt x="6253" y="388"/>
                  </a:lnTo>
                  <a:lnTo>
                    <a:pt x="5962" y="533"/>
                  </a:lnTo>
                  <a:lnTo>
                    <a:pt x="5720" y="727"/>
                  </a:lnTo>
                  <a:lnTo>
                    <a:pt x="5477" y="969"/>
                  </a:lnTo>
                  <a:lnTo>
                    <a:pt x="5235" y="1212"/>
                  </a:lnTo>
                  <a:lnTo>
                    <a:pt x="5041" y="1503"/>
                  </a:lnTo>
                  <a:lnTo>
                    <a:pt x="4896" y="1745"/>
                  </a:lnTo>
                  <a:lnTo>
                    <a:pt x="4750" y="2036"/>
                  </a:lnTo>
                  <a:lnTo>
                    <a:pt x="4653" y="2375"/>
                  </a:lnTo>
                  <a:lnTo>
                    <a:pt x="4557" y="2666"/>
                  </a:lnTo>
                  <a:lnTo>
                    <a:pt x="4508" y="3005"/>
                  </a:lnTo>
                  <a:lnTo>
                    <a:pt x="4508" y="3344"/>
                  </a:lnTo>
                  <a:lnTo>
                    <a:pt x="4508" y="3683"/>
                  </a:lnTo>
                  <a:lnTo>
                    <a:pt x="4557" y="4023"/>
                  </a:lnTo>
                  <a:lnTo>
                    <a:pt x="4653" y="4313"/>
                  </a:lnTo>
                  <a:lnTo>
                    <a:pt x="4750" y="4653"/>
                  </a:lnTo>
                  <a:lnTo>
                    <a:pt x="4896" y="4944"/>
                  </a:lnTo>
                  <a:lnTo>
                    <a:pt x="5090" y="5234"/>
                  </a:lnTo>
                  <a:lnTo>
                    <a:pt x="5284" y="5477"/>
                  </a:lnTo>
                  <a:lnTo>
                    <a:pt x="5477" y="5767"/>
                  </a:lnTo>
                  <a:lnTo>
                    <a:pt x="5768" y="6010"/>
                  </a:lnTo>
                  <a:lnTo>
                    <a:pt x="5962" y="6301"/>
                  </a:lnTo>
                  <a:lnTo>
                    <a:pt x="6156" y="6591"/>
                  </a:lnTo>
                  <a:lnTo>
                    <a:pt x="6301" y="6931"/>
                  </a:lnTo>
                  <a:lnTo>
                    <a:pt x="6447" y="7221"/>
                  </a:lnTo>
                  <a:lnTo>
                    <a:pt x="6495" y="7609"/>
                  </a:lnTo>
                  <a:lnTo>
                    <a:pt x="6592" y="7948"/>
                  </a:lnTo>
                  <a:lnTo>
                    <a:pt x="6592" y="8288"/>
                  </a:lnTo>
                  <a:lnTo>
                    <a:pt x="6592" y="9596"/>
                  </a:lnTo>
                  <a:lnTo>
                    <a:pt x="4653" y="11583"/>
                  </a:lnTo>
                  <a:lnTo>
                    <a:pt x="3200" y="11971"/>
                  </a:lnTo>
                  <a:lnTo>
                    <a:pt x="2909" y="12116"/>
                  </a:lnTo>
                  <a:lnTo>
                    <a:pt x="2618" y="12262"/>
                  </a:lnTo>
                  <a:lnTo>
                    <a:pt x="2327" y="12407"/>
                  </a:lnTo>
                  <a:lnTo>
                    <a:pt x="2036" y="12601"/>
                  </a:lnTo>
                  <a:lnTo>
                    <a:pt x="1794" y="12843"/>
                  </a:lnTo>
                  <a:lnTo>
                    <a:pt x="1552" y="13086"/>
                  </a:lnTo>
                  <a:lnTo>
                    <a:pt x="1358" y="13328"/>
                  </a:lnTo>
                  <a:lnTo>
                    <a:pt x="1212" y="13619"/>
                  </a:lnTo>
                  <a:lnTo>
                    <a:pt x="1164" y="13667"/>
                  </a:lnTo>
                  <a:lnTo>
                    <a:pt x="1" y="16624"/>
                  </a:lnTo>
                  <a:lnTo>
                    <a:pt x="1" y="16769"/>
                  </a:lnTo>
                  <a:lnTo>
                    <a:pt x="1" y="16866"/>
                  </a:lnTo>
                  <a:lnTo>
                    <a:pt x="1" y="17011"/>
                  </a:lnTo>
                  <a:lnTo>
                    <a:pt x="49" y="17108"/>
                  </a:lnTo>
                  <a:lnTo>
                    <a:pt x="146" y="17205"/>
                  </a:lnTo>
                  <a:lnTo>
                    <a:pt x="243" y="17254"/>
                  </a:lnTo>
                  <a:lnTo>
                    <a:pt x="389" y="17302"/>
                  </a:lnTo>
                  <a:lnTo>
                    <a:pt x="485" y="17351"/>
                  </a:lnTo>
                  <a:lnTo>
                    <a:pt x="16527" y="17351"/>
                  </a:lnTo>
                  <a:lnTo>
                    <a:pt x="16673" y="17302"/>
                  </a:lnTo>
                  <a:lnTo>
                    <a:pt x="16770" y="17254"/>
                  </a:lnTo>
                  <a:lnTo>
                    <a:pt x="16867" y="17205"/>
                  </a:lnTo>
                  <a:lnTo>
                    <a:pt x="16964" y="17108"/>
                  </a:lnTo>
                  <a:lnTo>
                    <a:pt x="17012" y="17011"/>
                  </a:lnTo>
                  <a:lnTo>
                    <a:pt x="17061" y="16866"/>
                  </a:lnTo>
                  <a:lnTo>
                    <a:pt x="17061" y="16769"/>
                  </a:lnTo>
                  <a:lnTo>
                    <a:pt x="17012" y="16624"/>
                  </a:lnTo>
                  <a:lnTo>
                    <a:pt x="15897" y="13667"/>
                  </a:lnTo>
                  <a:lnTo>
                    <a:pt x="15849" y="13619"/>
                  </a:lnTo>
                  <a:lnTo>
                    <a:pt x="15655" y="13328"/>
                  </a:lnTo>
                  <a:lnTo>
                    <a:pt x="15461" y="13086"/>
                  </a:lnTo>
                  <a:lnTo>
                    <a:pt x="15219" y="12843"/>
                  </a:lnTo>
                  <a:lnTo>
                    <a:pt x="14977" y="12601"/>
                  </a:lnTo>
                  <a:lnTo>
                    <a:pt x="14734" y="12407"/>
                  </a:lnTo>
                  <a:lnTo>
                    <a:pt x="14443" y="12262"/>
                  </a:lnTo>
                  <a:lnTo>
                    <a:pt x="14153" y="12116"/>
                  </a:lnTo>
                  <a:lnTo>
                    <a:pt x="13813" y="11971"/>
                  </a:lnTo>
                  <a:lnTo>
                    <a:pt x="12408" y="11583"/>
                  </a:lnTo>
                  <a:lnTo>
                    <a:pt x="10469" y="9596"/>
                  </a:lnTo>
                  <a:lnTo>
                    <a:pt x="10469" y="8288"/>
                  </a:lnTo>
                  <a:lnTo>
                    <a:pt x="10469" y="7948"/>
                  </a:lnTo>
                  <a:lnTo>
                    <a:pt x="10518" y="7561"/>
                  </a:lnTo>
                  <a:lnTo>
                    <a:pt x="10615" y="7221"/>
                  </a:lnTo>
                  <a:lnTo>
                    <a:pt x="10712" y="6931"/>
                  </a:lnTo>
                  <a:lnTo>
                    <a:pt x="10857" y="6591"/>
                  </a:lnTo>
                  <a:lnTo>
                    <a:pt x="11051" y="6301"/>
                  </a:lnTo>
                  <a:lnTo>
                    <a:pt x="11293" y="6010"/>
                  </a:lnTo>
                  <a:lnTo>
                    <a:pt x="11536" y="5767"/>
                  </a:lnTo>
                  <a:lnTo>
                    <a:pt x="11729" y="5525"/>
                  </a:lnTo>
                  <a:lnTo>
                    <a:pt x="11972" y="5234"/>
                  </a:lnTo>
                  <a:lnTo>
                    <a:pt x="12117" y="4944"/>
                  </a:lnTo>
                  <a:lnTo>
                    <a:pt x="12311" y="4653"/>
                  </a:lnTo>
                  <a:lnTo>
                    <a:pt x="12408" y="4313"/>
                  </a:lnTo>
                  <a:lnTo>
                    <a:pt x="12505" y="3974"/>
                  </a:lnTo>
                  <a:lnTo>
                    <a:pt x="12553" y="3635"/>
                  </a:lnTo>
                  <a:lnTo>
                    <a:pt x="12553" y="3296"/>
                  </a:lnTo>
                  <a:lnTo>
                    <a:pt x="12505" y="2956"/>
                  </a:lnTo>
                  <a:lnTo>
                    <a:pt x="12456" y="2617"/>
                  </a:lnTo>
                  <a:lnTo>
                    <a:pt x="12408" y="2326"/>
                  </a:lnTo>
                  <a:lnTo>
                    <a:pt x="12262" y="2036"/>
                  </a:lnTo>
                  <a:lnTo>
                    <a:pt x="12117" y="1745"/>
                  </a:lnTo>
                  <a:lnTo>
                    <a:pt x="11972" y="1454"/>
                  </a:lnTo>
                  <a:lnTo>
                    <a:pt x="11778" y="1212"/>
                  </a:lnTo>
                  <a:lnTo>
                    <a:pt x="11536" y="969"/>
                  </a:lnTo>
                  <a:lnTo>
                    <a:pt x="11293" y="727"/>
                  </a:lnTo>
                  <a:lnTo>
                    <a:pt x="11051" y="533"/>
                  </a:lnTo>
                  <a:lnTo>
                    <a:pt x="10760" y="388"/>
                  </a:lnTo>
                  <a:lnTo>
                    <a:pt x="10469" y="242"/>
                  </a:lnTo>
                  <a:lnTo>
                    <a:pt x="10178" y="146"/>
                  </a:lnTo>
                  <a:lnTo>
                    <a:pt x="9839" y="49"/>
                  </a:lnTo>
                  <a:lnTo>
                    <a:pt x="95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</p:grpSp>
      <p:sp>
        <p:nvSpPr>
          <p:cNvPr id="2" name="Google Shape;507;p44"/>
          <p:cNvSpPr txBox="1">
            <a:spLocks noGrp="1"/>
          </p:cNvSpPr>
          <p:nvPr/>
        </p:nvSpPr>
        <p:spPr>
          <a:xfrm>
            <a:off x="3270409" y="2379345"/>
            <a:ext cx="2677001" cy="371475"/>
          </a:xfrm>
          <a:prstGeom prst="rect">
            <a:avLst/>
          </a:prstGeom>
        </p:spPr>
        <p:txBody>
          <a:bodyPr vert="horz" wrap="square" lIns="91425" tIns="91425" rIns="91425" bIns="91425" rtlCol="0" anchor="b" anchorCtr="0">
            <a:noAutofit/>
          </a:bodyPr>
          <a:lstStyle>
            <a:lvl1pPr marL="228600" lvl="0" indent="-22860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u="none" strike="noStrike" kern="1200" cap="none" spc="150" normalizeH="0" baseline="0">
                <a:solidFill>
                  <a:schemeClr val="dk1"/>
                </a:solidFill>
                <a:uFillTx/>
                <a:latin typeface="Outfit"/>
                <a:ea typeface="Outfit"/>
                <a:cs typeface="Outfit"/>
                <a:sym typeface="Outfit"/>
              </a:defRPr>
            </a:lvl1pPr>
            <a:lvl2pPr marL="685800" lvl="1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3200" b="1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M Sans"/>
                <a:ea typeface="DM Sans"/>
                <a:cs typeface="DM Sans"/>
                <a:sym typeface="DM Sans"/>
              </a:defRPr>
            </a:lvl2pPr>
            <a:lvl3pPr marL="1143000" lvl="2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M Sans"/>
                <a:ea typeface="DM Sans"/>
                <a:cs typeface="DM Sans"/>
                <a:sym typeface="DM Sans"/>
              </a:defRPr>
            </a:lvl3pPr>
            <a:lvl4pPr marL="1600200" lvl="3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M Sans"/>
                <a:ea typeface="DM Sans"/>
                <a:cs typeface="DM Sans"/>
                <a:sym typeface="DM Sans"/>
              </a:defRPr>
            </a:lvl4pPr>
            <a:lvl5pPr marL="2057400" lvl="4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M Sans"/>
                <a:ea typeface="DM Sans"/>
                <a:cs typeface="DM Sans"/>
                <a:sym typeface="DM San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kern="120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kern="120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kern="120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kern="120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</a:p>
        </p:txBody>
      </p:sp>
      <p:sp>
        <p:nvSpPr>
          <p:cNvPr id="4" name="Google Shape;507;p44"/>
          <p:cNvSpPr txBox="1">
            <a:spLocks noGrp="1"/>
          </p:cNvSpPr>
          <p:nvPr/>
        </p:nvSpPr>
        <p:spPr>
          <a:xfrm>
            <a:off x="5776913" y="2401729"/>
            <a:ext cx="2677001" cy="371475"/>
          </a:xfrm>
          <a:prstGeom prst="rect">
            <a:avLst/>
          </a:prstGeom>
        </p:spPr>
        <p:txBody>
          <a:bodyPr vert="horz" wrap="square" lIns="91425" tIns="91425" rIns="91425" bIns="91425" rtlCol="0" anchor="b" anchorCtr="0">
            <a:noAutofit/>
          </a:bodyPr>
          <a:lstStyle>
            <a:lvl1pPr marL="228600" lvl="0" indent="-22860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u="none" strike="noStrike" kern="1200" cap="none" spc="150" normalizeH="0" baseline="0">
                <a:solidFill>
                  <a:schemeClr val="dk1"/>
                </a:solidFill>
                <a:uFillTx/>
                <a:latin typeface="Outfit"/>
                <a:ea typeface="Outfit"/>
                <a:cs typeface="Outfit"/>
                <a:sym typeface="Outfit"/>
              </a:defRPr>
            </a:lvl1pPr>
            <a:lvl2pPr marL="685800" lvl="1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3200" b="1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M Sans"/>
                <a:ea typeface="DM Sans"/>
                <a:cs typeface="DM Sans"/>
                <a:sym typeface="DM Sans"/>
              </a:defRPr>
            </a:lvl2pPr>
            <a:lvl3pPr marL="1143000" lvl="2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M Sans"/>
                <a:ea typeface="DM Sans"/>
                <a:cs typeface="DM Sans"/>
                <a:sym typeface="DM Sans"/>
              </a:defRPr>
            </a:lvl3pPr>
            <a:lvl4pPr marL="1600200" lvl="3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M Sans"/>
                <a:ea typeface="DM Sans"/>
                <a:cs typeface="DM Sans"/>
                <a:sym typeface="DM Sans"/>
              </a:defRPr>
            </a:lvl4pPr>
            <a:lvl5pPr marL="2057400" lvl="4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DM Sans"/>
                <a:ea typeface="DM Sans"/>
                <a:cs typeface="DM Sans"/>
                <a:sym typeface="DM San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kern="120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kern="120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kern="120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 kern="120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altLang="zh-CN" sz="1500" dirty="0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382643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CN" dirty="0"/>
              <a:t>Implementation: The System</a:t>
            </a:r>
            <a:endParaRPr dirty="0"/>
          </a:p>
        </p:txBody>
      </p:sp>
      <p:sp>
        <p:nvSpPr>
          <p:cNvPr id="488" name="Google Shape;488;p43"/>
          <p:cNvSpPr txBox="1">
            <a:spLocks noGrp="1"/>
          </p:cNvSpPr>
          <p:nvPr>
            <p:ph type="subTitle" idx="1"/>
          </p:nvPr>
        </p:nvSpPr>
        <p:spPr>
          <a:xfrm>
            <a:off x="4572000" y="2782975"/>
            <a:ext cx="3093081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Earliest-arrival paths</a:t>
            </a:r>
            <a:r>
              <a:rPr lang="en-US" dirty="0"/>
              <a:t> highlighted on the graph; </a:t>
            </a:r>
            <a:r>
              <a:rPr lang="en-US" b="1" dirty="0"/>
              <a:t>What-if</a:t>
            </a:r>
            <a:r>
              <a:rPr lang="en-US" dirty="0"/>
              <a:t> removes edges/vertices and recomputes metrics; </a:t>
            </a:r>
            <a:r>
              <a:rPr lang="en-US" b="1" dirty="0"/>
              <a:t>Bottleneck scan</a:t>
            </a:r>
            <a:r>
              <a:rPr lang="en-US" dirty="0"/>
              <a:t> ranks critical edges and exports CSV.</a:t>
            </a:r>
            <a:endParaRPr dirty="0"/>
          </a:p>
        </p:txBody>
      </p:sp>
      <p:sp>
        <p:nvSpPr>
          <p:cNvPr id="489" name="Google Shape;489;p43"/>
          <p:cNvSpPr txBox="1">
            <a:spLocks noGrp="1"/>
          </p:cNvSpPr>
          <p:nvPr>
            <p:ph type="subTitle" idx="2"/>
          </p:nvPr>
        </p:nvSpPr>
        <p:spPr>
          <a:xfrm>
            <a:off x="1404594" y="2881956"/>
            <a:ext cx="2917800" cy="11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Built with </a:t>
            </a:r>
            <a:r>
              <a:rPr lang="en-US" dirty="0" err="1"/>
              <a:t>Streamlit</a:t>
            </a:r>
            <a:r>
              <a:rPr lang="en-US" dirty="0"/>
              <a:t>. Users upload CSV/JSON data or load the built-in sample, then work across four tabs: </a:t>
            </a:r>
            <a:r>
              <a:rPr lang="en-US" b="1" dirty="0"/>
              <a:t>Data, Explore, Analyze, Advanced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90" name="Google Shape;490;p43"/>
          <p:cNvSpPr txBox="1">
            <a:spLocks noGrp="1"/>
          </p:cNvSpPr>
          <p:nvPr>
            <p:ph type="subTitle" idx="3"/>
          </p:nvPr>
        </p:nvSpPr>
        <p:spPr>
          <a:xfrm>
            <a:off x="1544484" y="2400337"/>
            <a:ext cx="271182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Web App</a:t>
            </a:r>
            <a:endParaRPr dirty="0"/>
          </a:p>
        </p:txBody>
      </p:sp>
      <p:sp>
        <p:nvSpPr>
          <p:cNvPr id="491" name="Google Shape;491;p43"/>
          <p:cNvSpPr txBox="1">
            <a:spLocks noGrp="1"/>
          </p:cNvSpPr>
          <p:nvPr>
            <p:ph type="subTitle" idx="4"/>
          </p:nvPr>
        </p:nvSpPr>
        <p:spPr>
          <a:xfrm>
            <a:off x="4754991" y="2343125"/>
            <a:ext cx="2844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Core Features</a:t>
            </a:r>
            <a:endParaRPr dirty="0"/>
          </a:p>
        </p:txBody>
      </p:sp>
      <p:grpSp>
        <p:nvGrpSpPr>
          <p:cNvPr id="492" name="Google Shape;492;p43"/>
          <p:cNvGrpSpPr/>
          <p:nvPr/>
        </p:nvGrpSpPr>
        <p:grpSpPr>
          <a:xfrm>
            <a:off x="2740477" y="1788585"/>
            <a:ext cx="320943" cy="392133"/>
            <a:chOff x="1343025" y="1333902"/>
            <a:chExt cx="320943" cy="392133"/>
          </a:xfrm>
        </p:grpSpPr>
        <p:sp>
          <p:nvSpPr>
            <p:cNvPr id="493" name="Google Shape;493;p43"/>
            <p:cNvSpPr/>
            <p:nvPr/>
          </p:nvSpPr>
          <p:spPr>
            <a:xfrm>
              <a:off x="1422961" y="1389769"/>
              <a:ext cx="161048" cy="161025"/>
            </a:xfrm>
            <a:custGeom>
              <a:avLst/>
              <a:gdLst/>
              <a:ahLst/>
              <a:cxnLst/>
              <a:rect l="l" t="t" r="r" b="b"/>
              <a:pathLst>
                <a:path w="7126" h="7125" extrusionOk="0">
                  <a:moveTo>
                    <a:pt x="4072" y="1115"/>
                  </a:moveTo>
                  <a:lnTo>
                    <a:pt x="4411" y="1212"/>
                  </a:lnTo>
                  <a:lnTo>
                    <a:pt x="4751" y="1357"/>
                  </a:lnTo>
                  <a:lnTo>
                    <a:pt x="5041" y="1551"/>
                  </a:lnTo>
                  <a:lnTo>
                    <a:pt x="5332" y="1793"/>
                  </a:lnTo>
                  <a:lnTo>
                    <a:pt x="5574" y="2084"/>
                  </a:lnTo>
                  <a:lnTo>
                    <a:pt x="5768" y="2375"/>
                  </a:lnTo>
                  <a:lnTo>
                    <a:pt x="5914" y="2714"/>
                  </a:lnTo>
                  <a:lnTo>
                    <a:pt x="6059" y="3053"/>
                  </a:lnTo>
                  <a:lnTo>
                    <a:pt x="4993" y="3053"/>
                  </a:lnTo>
                  <a:lnTo>
                    <a:pt x="4847" y="2763"/>
                  </a:lnTo>
                  <a:lnTo>
                    <a:pt x="4605" y="2520"/>
                  </a:lnTo>
                  <a:lnTo>
                    <a:pt x="4363" y="2278"/>
                  </a:lnTo>
                  <a:lnTo>
                    <a:pt x="4072" y="2133"/>
                  </a:lnTo>
                  <a:lnTo>
                    <a:pt x="4072" y="1115"/>
                  </a:lnTo>
                  <a:close/>
                  <a:moveTo>
                    <a:pt x="3539" y="3053"/>
                  </a:moveTo>
                  <a:lnTo>
                    <a:pt x="3733" y="3102"/>
                  </a:lnTo>
                  <a:lnTo>
                    <a:pt x="3927" y="3199"/>
                  </a:lnTo>
                  <a:lnTo>
                    <a:pt x="4024" y="3393"/>
                  </a:lnTo>
                  <a:lnTo>
                    <a:pt x="4072" y="3587"/>
                  </a:lnTo>
                  <a:lnTo>
                    <a:pt x="4024" y="3780"/>
                  </a:lnTo>
                  <a:lnTo>
                    <a:pt x="3927" y="3926"/>
                  </a:lnTo>
                  <a:lnTo>
                    <a:pt x="3733" y="4071"/>
                  </a:lnTo>
                  <a:lnTo>
                    <a:pt x="3345" y="4071"/>
                  </a:lnTo>
                  <a:lnTo>
                    <a:pt x="3200" y="3926"/>
                  </a:lnTo>
                  <a:lnTo>
                    <a:pt x="3054" y="3780"/>
                  </a:lnTo>
                  <a:lnTo>
                    <a:pt x="3054" y="3587"/>
                  </a:lnTo>
                  <a:lnTo>
                    <a:pt x="3054" y="3393"/>
                  </a:lnTo>
                  <a:lnTo>
                    <a:pt x="3200" y="3199"/>
                  </a:lnTo>
                  <a:lnTo>
                    <a:pt x="3345" y="3102"/>
                  </a:lnTo>
                  <a:lnTo>
                    <a:pt x="3539" y="3053"/>
                  </a:lnTo>
                  <a:close/>
                  <a:moveTo>
                    <a:pt x="3054" y="1115"/>
                  </a:moveTo>
                  <a:lnTo>
                    <a:pt x="3054" y="2133"/>
                  </a:lnTo>
                  <a:lnTo>
                    <a:pt x="2812" y="2230"/>
                  </a:lnTo>
                  <a:lnTo>
                    <a:pt x="2618" y="2375"/>
                  </a:lnTo>
                  <a:lnTo>
                    <a:pt x="2473" y="2520"/>
                  </a:lnTo>
                  <a:lnTo>
                    <a:pt x="2327" y="2714"/>
                  </a:lnTo>
                  <a:lnTo>
                    <a:pt x="2182" y="2908"/>
                  </a:lnTo>
                  <a:lnTo>
                    <a:pt x="2085" y="3102"/>
                  </a:lnTo>
                  <a:lnTo>
                    <a:pt x="2036" y="3344"/>
                  </a:lnTo>
                  <a:lnTo>
                    <a:pt x="2036" y="3587"/>
                  </a:lnTo>
                  <a:lnTo>
                    <a:pt x="2085" y="3926"/>
                  </a:lnTo>
                  <a:lnTo>
                    <a:pt x="2182" y="4217"/>
                  </a:lnTo>
                  <a:lnTo>
                    <a:pt x="1406" y="4992"/>
                  </a:lnTo>
                  <a:lnTo>
                    <a:pt x="1261" y="4653"/>
                  </a:lnTo>
                  <a:lnTo>
                    <a:pt x="1116" y="4314"/>
                  </a:lnTo>
                  <a:lnTo>
                    <a:pt x="1019" y="3974"/>
                  </a:lnTo>
                  <a:lnTo>
                    <a:pt x="1019" y="3587"/>
                  </a:lnTo>
                  <a:lnTo>
                    <a:pt x="1067" y="3150"/>
                  </a:lnTo>
                  <a:lnTo>
                    <a:pt x="1164" y="2714"/>
                  </a:lnTo>
                  <a:lnTo>
                    <a:pt x="1358" y="2326"/>
                  </a:lnTo>
                  <a:lnTo>
                    <a:pt x="1600" y="1987"/>
                  </a:lnTo>
                  <a:lnTo>
                    <a:pt x="1891" y="1648"/>
                  </a:lnTo>
                  <a:lnTo>
                    <a:pt x="2230" y="1406"/>
                  </a:lnTo>
                  <a:lnTo>
                    <a:pt x="2618" y="1212"/>
                  </a:lnTo>
                  <a:lnTo>
                    <a:pt x="3054" y="1115"/>
                  </a:lnTo>
                  <a:close/>
                  <a:moveTo>
                    <a:pt x="6059" y="4071"/>
                  </a:moveTo>
                  <a:lnTo>
                    <a:pt x="5914" y="4507"/>
                  </a:lnTo>
                  <a:lnTo>
                    <a:pt x="5720" y="4895"/>
                  </a:lnTo>
                  <a:lnTo>
                    <a:pt x="5478" y="5234"/>
                  </a:lnTo>
                  <a:lnTo>
                    <a:pt x="5138" y="5525"/>
                  </a:lnTo>
                  <a:lnTo>
                    <a:pt x="4799" y="5767"/>
                  </a:lnTo>
                  <a:lnTo>
                    <a:pt x="4411" y="5961"/>
                  </a:lnTo>
                  <a:lnTo>
                    <a:pt x="3975" y="6058"/>
                  </a:lnTo>
                  <a:lnTo>
                    <a:pt x="3539" y="6107"/>
                  </a:lnTo>
                  <a:lnTo>
                    <a:pt x="3151" y="6107"/>
                  </a:lnTo>
                  <a:lnTo>
                    <a:pt x="2812" y="6010"/>
                  </a:lnTo>
                  <a:lnTo>
                    <a:pt x="2473" y="5864"/>
                  </a:lnTo>
                  <a:lnTo>
                    <a:pt x="2133" y="5719"/>
                  </a:lnTo>
                  <a:lnTo>
                    <a:pt x="2909" y="4944"/>
                  </a:lnTo>
                  <a:lnTo>
                    <a:pt x="3200" y="5089"/>
                  </a:lnTo>
                  <a:lnTo>
                    <a:pt x="3781" y="5089"/>
                  </a:lnTo>
                  <a:lnTo>
                    <a:pt x="4024" y="5041"/>
                  </a:lnTo>
                  <a:lnTo>
                    <a:pt x="4217" y="4944"/>
                  </a:lnTo>
                  <a:lnTo>
                    <a:pt x="4411" y="4798"/>
                  </a:lnTo>
                  <a:lnTo>
                    <a:pt x="4605" y="4653"/>
                  </a:lnTo>
                  <a:lnTo>
                    <a:pt x="4751" y="4507"/>
                  </a:lnTo>
                  <a:lnTo>
                    <a:pt x="4896" y="4314"/>
                  </a:lnTo>
                  <a:lnTo>
                    <a:pt x="4993" y="4071"/>
                  </a:lnTo>
                  <a:close/>
                  <a:moveTo>
                    <a:pt x="3539" y="0"/>
                  </a:moveTo>
                  <a:lnTo>
                    <a:pt x="3200" y="49"/>
                  </a:lnTo>
                  <a:lnTo>
                    <a:pt x="2812" y="97"/>
                  </a:lnTo>
                  <a:lnTo>
                    <a:pt x="2473" y="194"/>
                  </a:lnTo>
                  <a:lnTo>
                    <a:pt x="2182" y="291"/>
                  </a:lnTo>
                  <a:lnTo>
                    <a:pt x="1843" y="436"/>
                  </a:lnTo>
                  <a:lnTo>
                    <a:pt x="1552" y="630"/>
                  </a:lnTo>
                  <a:lnTo>
                    <a:pt x="1310" y="824"/>
                  </a:lnTo>
                  <a:lnTo>
                    <a:pt x="1019" y="1066"/>
                  </a:lnTo>
                  <a:lnTo>
                    <a:pt x="825" y="1309"/>
                  </a:lnTo>
                  <a:lnTo>
                    <a:pt x="583" y="1600"/>
                  </a:lnTo>
                  <a:lnTo>
                    <a:pt x="437" y="1890"/>
                  </a:lnTo>
                  <a:lnTo>
                    <a:pt x="292" y="2181"/>
                  </a:lnTo>
                  <a:lnTo>
                    <a:pt x="146" y="2520"/>
                  </a:lnTo>
                  <a:lnTo>
                    <a:pt x="49" y="2860"/>
                  </a:lnTo>
                  <a:lnTo>
                    <a:pt x="1" y="3199"/>
                  </a:lnTo>
                  <a:lnTo>
                    <a:pt x="1" y="3587"/>
                  </a:lnTo>
                  <a:lnTo>
                    <a:pt x="1" y="3926"/>
                  </a:lnTo>
                  <a:lnTo>
                    <a:pt x="49" y="4314"/>
                  </a:lnTo>
                  <a:lnTo>
                    <a:pt x="146" y="4653"/>
                  </a:lnTo>
                  <a:lnTo>
                    <a:pt x="292" y="4944"/>
                  </a:lnTo>
                  <a:lnTo>
                    <a:pt x="437" y="5283"/>
                  </a:lnTo>
                  <a:lnTo>
                    <a:pt x="583" y="5574"/>
                  </a:lnTo>
                  <a:lnTo>
                    <a:pt x="825" y="5864"/>
                  </a:lnTo>
                  <a:lnTo>
                    <a:pt x="1019" y="6107"/>
                  </a:lnTo>
                  <a:lnTo>
                    <a:pt x="1310" y="6301"/>
                  </a:lnTo>
                  <a:lnTo>
                    <a:pt x="1552" y="6543"/>
                  </a:lnTo>
                  <a:lnTo>
                    <a:pt x="1843" y="6688"/>
                  </a:lnTo>
                  <a:lnTo>
                    <a:pt x="2182" y="6834"/>
                  </a:lnTo>
                  <a:lnTo>
                    <a:pt x="2473" y="6979"/>
                  </a:lnTo>
                  <a:lnTo>
                    <a:pt x="2812" y="7076"/>
                  </a:lnTo>
                  <a:lnTo>
                    <a:pt x="3200" y="7124"/>
                  </a:lnTo>
                  <a:lnTo>
                    <a:pt x="3927" y="7124"/>
                  </a:lnTo>
                  <a:lnTo>
                    <a:pt x="4266" y="7076"/>
                  </a:lnTo>
                  <a:lnTo>
                    <a:pt x="4605" y="6979"/>
                  </a:lnTo>
                  <a:lnTo>
                    <a:pt x="4944" y="6834"/>
                  </a:lnTo>
                  <a:lnTo>
                    <a:pt x="5235" y="6688"/>
                  </a:lnTo>
                  <a:lnTo>
                    <a:pt x="5526" y="6543"/>
                  </a:lnTo>
                  <a:lnTo>
                    <a:pt x="5817" y="6301"/>
                  </a:lnTo>
                  <a:lnTo>
                    <a:pt x="6059" y="6107"/>
                  </a:lnTo>
                  <a:lnTo>
                    <a:pt x="6301" y="5864"/>
                  </a:lnTo>
                  <a:lnTo>
                    <a:pt x="6495" y="5574"/>
                  </a:lnTo>
                  <a:lnTo>
                    <a:pt x="6689" y="5283"/>
                  </a:lnTo>
                  <a:lnTo>
                    <a:pt x="6835" y="4944"/>
                  </a:lnTo>
                  <a:lnTo>
                    <a:pt x="6931" y="4653"/>
                  </a:lnTo>
                  <a:lnTo>
                    <a:pt x="7028" y="4314"/>
                  </a:lnTo>
                  <a:lnTo>
                    <a:pt x="7077" y="3926"/>
                  </a:lnTo>
                  <a:lnTo>
                    <a:pt x="7125" y="3587"/>
                  </a:lnTo>
                  <a:lnTo>
                    <a:pt x="7077" y="3199"/>
                  </a:lnTo>
                  <a:lnTo>
                    <a:pt x="7028" y="2860"/>
                  </a:lnTo>
                  <a:lnTo>
                    <a:pt x="6931" y="2520"/>
                  </a:lnTo>
                  <a:lnTo>
                    <a:pt x="6835" y="2181"/>
                  </a:lnTo>
                  <a:lnTo>
                    <a:pt x="6689" y="1890"/>
                  </a:lnTo>
                  <a:lnTo>
                    <a:pt x="6495" y="1600"/>
                  </a:lnTo>
                  <a:lnTo>
                    <a:pt x="6301" y="1309"/>
                  </a:lnTo>
                  <a:lnTo>
                    <a:pt x="6059" y="1066"/>
                  </a:lnTo>
                  <a:lnTo>
                    <a:pt x="5817" y="824"/>
                  </a:lnTo>
                  <a:lnTo>
                    <a:pt x="5526" y="630"/>
                  </a:lnTo>
                  <a:lnTo>
                    <a:pt x="5235" y="436"/>
                  </a:lnTo>
                  <a:lnTo>
                    <a:pt x="4944" y="291"/>
                  </a:lnTo>
                  <a:lnTo>
                    <a:pt x="4605" y="194"/>
                  </a:lnTo>
                  <a:lnTo>
                    <a:pt x="4266" y="97"/>
                  </a:lnTo>
                  <a:lnTo>
                    <a:pt x="3927" y="49"/>
                  </a:lnTo>
                  <a:lnTo>
                    <a:pt x="3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3"/>
            <p:cNvSpPr/>
            <p:nvPr/>
          </p:nvSpPr>
          <p:spPr>
            <a:xfrm>
              <a:off x="1399977" y="1570479"/>
              <a:ext cx="205931" cy="109565"/>
            </a:xfrm>
            <a:custGeom>
              <a:avLst/>
              <a:gdLst/>
              <a:ahLst/>
              <a:cxnLst/>
              <a:rect l="l" t="t" r="r" b="b"/>
              <a:pathLst>
                <a:path w="9112" h="4848" extrusionOk="0">
                  <a:moveTo>
                    <a:pt x="3005" y="1019"/>
                  </a:moveTo>
                  <a:lnTo>
                    <a:pt x="3005" y="3830"/>
                  </a:lnTo>
                  <a:lnTo>
                    <a:pt x="1987" y="3830"/>
                  </a:lnTo>
                  <a:lnTo>
                    <a:pt x="1987" y="1019"/>
                  </a:lnTo>
                  <a:close/>
                  <a:moveTo>
                    <a:pt x="5041" y="2860"/>
                  </a:moveTo>
                  <a:lnTo>
                    <a:pt x="5041" y="3830"/>
                  </a:lnTo>
                  <a:lnTo>
                    <a:pt x="4023" y="3830"/>
                  </a:lnTo>
                  <a:lnTo>
                    <a:pt x="4023" y="2860"/>
                  </a:lnTo>
                  <a:close/>
                  <a:moveTo>
                    <a:pt x="7076" y="1697"/>
                  </a:moveTo>
                  <a:lnTo>
                    <a:pt x="7076" y="3830"/>
                  </a:lnTo>
                  <a:lnTo>
                    <a:pt x="6058" y="3830"/>
                  </a:lnTo>
                  <a:lnTo>
                    <a:pt x="6058" y="1697"/>
                  </a:lnTo>
                  <a:close/>
                  <a:moveTo>
                    <a:pt x="1503" y="1"/>
                  </a:moveTo>
                  <a:lnTo>
                    <a:pt x="1309" y="49"/>
                  </a:lnTo>
                  <a:lnTo>
                    <a:pt x="1163" y="146"/>
                  </a:lnTo>
                  <a:lnTo>
                    <a:pt x="1018" y="340"/>
                  </a:lnTo>
                  <a:lnTo>
                    <a:pt x="969" y="534"/>
                  </a:lnTo>
                  <a:lnTo>
                    <a:pt x="969" y="3830"/>
                  </a:lnTo>
                  <a:lnTo>
                    <a:pt x="533" y="3830"/>
                  </a:lnTo>
                  <a:lnTo>
                    <a:pt x="339" y="3878"/>
                  </a:lnTo>
                  <a:lnTo>
                    <a:pt x="146" y="3975"/>
                  </a:lnTo>
                  <a:lnTo>
                    <a:pt x="49" y="4169"/>
                  </a:lnTo>
                  <a:lnTo>
                    <a:pt x="0" y="4363"/>
                  </a:lnTo>
                  <a:lnTo>
                    <a:pt x="49" y="4557"/>
                  </a:lnTo>
                  <a:lnTo>
                    <a:pt x="146" y="4702"/>
                  </a:lnTo>
                  <a:lnTo>
                    <a:pt x="339" y="4847"/>
                  </a:lnTo>
                  <a:lnTo>
                    <a:pt x="8821" y="4847"/>
                  </a:lnTo>
                  <a:lnTo>
                    <a:pt x="8966" y="4702"/>
                  </a:lnTo>
                  <a:lnTo>
                    <a:pt x="9063" y="4557"/>
                  </a:lnTo>
                  <a:lnTo>
                    <a:pt x="9112" y="4363"/>
                  </a:lnTo>
                  <a:lnTo>
                    <a:pt x="9063" y="4169"/>
                  </a:lnTo>
                  <a:lnTo>
                    <a:pt x="8966" y="3975"/>
                  </a:lnTo>
                  <a:lnTo>
                    <a:pt x="8821" y="3878"/>
                  </a:lnTo>
                  <a:lnTo>
                    <a:pt x="8627" y="3830"/>
                  </a:lnTo>
                  <a:lnTo>
                    <a:pt x="8094" y="3830"/>
                  </a:lnTo>
                  <a:lnTo>
                    <a:pt x="8094" y="1212"/>
                  </a:lnTo>
                  <a:lnTo>
                    <a:pt x="8045" y="1019"/>
                  </a:lnTo>
                  <a:lnTo>
                    <a:pt x="7948" y="825"/>
                  </a:lnTo>
                  <a:lnTo>
                    <a:pt x="7803" y="728"/>
                  </a:lnTo>
                  <a:lnTo>
                    <a:pt x="7609" y="679"/>
                  </a:lnTo>
                  <a:lnTo>
                    <a:pt x="5574" y="679"/>
                  </a:lnTo>
                  <a:lnTo>
                    <a:pt x="5380" y="728"/>
                  </a:lnTo>
                  <a:lnTo>
                    <a:pt x="5186" y="825"/>
                  </a:lnTo>
                  <a:lnTo>
                    <a:pt x="5089" y="1019"/>
                  </a:lnTo>
                  <a:lnTo>
                    <a:pt x="5041" y="1212"/>
                  </a:lnTo>
                  <a:lnTo>
                    <a:pt x="5041" y="1843"/>
                  </a:lnTo>
                  <a:lnTo>
                    <a:pt x="4023" y="1843"/>
                  </a:lnTo>
                  <a:lnTo>
                    <a:pt x="4023" y="534"/>
                  </a:lnTo>
                  <a:lnTo>
                    <a:pt x="3974" y="340"/>
                  </a:lnTo>
                  <a:lnTo>
                    <a:pt x="3877" y="146"/>
                  </a:lnTo>
                  <a:lnTo>
                    <a:pt x="3732" y="49"/>
                  </a:lnTo>
                  <a:lnTo>
                    <a:pt x="35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3"/>
            <p:cNvSpPr/>
            <p:nvPr/>
          </p:nvSpPr>
          <p:spPr>
            <a:xfrm>
              <a:off x="1343025" y="1333902"/>
              <a:ext cx="320943" cy="392133"/>
            </a:xfrm>
            <a:custGeom>
              <a:avLst/>
              <a:gdLst/>
              <a:ahLst/>
              <a:cxnLst/>
              <a:rect l="l" t="t" r="r" b="b"/>
              <a:pathLst>
                <a:path w="14201" h="17351" extrusionOk="0">
                  <a:moveTo>
                    <a:pt x="11680" y="1745"/>
                  </a:moveTo>
                  <a:lnTo>
                    <a:pt x="12456" y="2521"/>
                  </a:lnTo>
                  <a:lnTo>
                    <a:pt x="11680" y="2521"/>
                  </a:lnTo>
                  <a:lnTo>
                    <a:pt x="11680" y="1745"/>
                  </a:lnTo>
                  <a:close/>
                  <a:moveTo>
                    <a:pt x="10662" y="1018"/>
                  </a:moveTo>
                  <a:lnTo>
                    <a:pt x="10662" y="3054"/>
                  </a:lnTo>
                  <a:lnTo>
                    <a:pt x="10711" y="3248"/>
                  </a:lnTo>
                  <a:lnTo>
                    <a:pt x="10808" y="3393"/>
                  </a:lnTo>
                  <a:lnTo>
                    <a:pt x="10953" y="3490"/>
                  </a:lnTo>
                  <a:lnTo>
                    <a:pt x="11147" y="3538"/>
                  </a:lnTo>
                  <a:lnTo>
                    <a:pt x="13182" y="3538"/>
                  </a:lnTo>
                  <a:lnTo>
                    <a:pt x="13182" y="16333"/>
                  </a:lnTo>
                  <a:lnTo>
                    <a:pt x="1018" y="16333"/>
                  </a:lnTo>
                  <a:lnTo>
                    <a:pt x="1018" y="1018"/>
                  </a:lnTo>
                  <a:close/>
                  <a:moveTo>
                    <a:pt x="485" y="0"/>
                  </a:moveTo>
                  <a:lnTo>
                    <a:pt x="291" y="49"/>
                  </a:lnTo>
                  <a:lnTo>
                    <a:pt x="145" y="194"/>
                  </a:lnTo>
                  <a:lnTo>
                    <a:pt x="48" y="340"/>
                  </a:lnTo>
                  <a:lnTo>
                    <a:pt x="0" y="534"/>
                  </a:lnTo>
                  <a:lnTo>
                    <a:pt x="0" y="16866"/>
                  </a:lnTo>
                  <a:lnTo>
                    <a:pt x="48" y="17060"/>
                  </a:lnTo>
                  <a:lnTo>
                    <a:pt x="145" y="17205"/>
                  </a:lnTo>
                  <a:lnTo>
                    <a:pt x="291" y="17302"/>
                  </a:lnTo>
                  <a:lnTo>
                    <a:pt x="485" y="17351"/>
                  </a:lnTo>
                  <a:lnTo>
                    <a:pt x="13667" y="17351"/>
                  </a:lnTo>
                  <a:lnTo>
                    <a:pt x="13861" y="17302"/>
                  </a:lnTo>
                  <a:lnTo>
                    <a:pt x="14006" y="17205"/>
                  </a:lnTo>
                  <a:lnTo>
                    <a:pt x="14152" y="17060"/>
                  </a:lnTo>
                  <a:lnTo>
                    <a:pt x="14200" y="16866"/>
                  </a:lnTo>
                  <a:lnTo>
                    <a:pt x="14200" y="3054"/>
                  </a:lnTo>
                  <a:lnTo>
                    <a:pt x="14200" y="3005"/>
                  </a:lnTo>
                  <a:lnTo>
                    <a:pt x="14152" y="2811"/>
                  </a:lnTo>
                  <a:lnTo>
                    <a:pt x="14006" y="2666"/>
                  </a:lnTo>
                  <a:lnTo>
                    <a:pt x="11535" y="194"/>
                  </a:lnTo>
                  <a:lnTo>
                    <a:pt x="11389" y="49"/>
                  </a:lnTo>
                  <a:lnTo>
                    <a:pt x="111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125;p71">
            <a:extLst>
              <a:ext uri="{FF2B5EF4-FFF2-40B4-BE49-F238E27FC236}">
                <a16:creationId xmlns:a16="http://schemas.microsoft.com/office/drawing/2014/main" id="{1635B21B-D2CF-FEED-21BA-0F380A2F1522}"/>
              </a:ext>
            </a:extLst>
          </p:cNvPr>
          <p:cNvSpPr/>
          <p:nvPr/>
        </p:nvSpPr>
        <p:spPr>
          <a:xfrm rot="16200000">
            <a:off x="5943065" y="1788574"/>
            <a:ext cx="392155" cy="392133"/>
          </a:xfrm>
          <a:custGeom>
            <a:avLst/>
            <a:gdLst/>
            <a:ahLst/>
            <a:cxnLst/>
            <a:rect l="l" t="t" r="r" b="b"/>
            <a:pathLst>
              <a:path w="17352" h="17351" extrusionOk="0">
                <a:moveTo>
                  <a:pt x="10906" y="1018"/>
                </a:moveTo>
                <a:lnTo>
                  <a:pt x="10906" y="2036"/>
                </a:lnTo>
                <a:lnTo>
                  <a:pt x="6447" y="2036"/>
                </a:lnTo>
                <a:lnTo>
                  <a:pt x="6447" y="1018"/>
                </a:lnTo>
                <a:close/>
                <a:moveTo>
                  <a:pt x="10906" y="5089"/>
                </a:moveTo>
                <a:lnTo>
                  <a:pt x="10906" y="6107"/>
                </a:lnTo>
                <a:lnTo>
                  <a:pt x="6447" y="6107"/>
                </a:lnTo>
                <a:lnTo>
                  <a:pt x="6447" y="5089"/>
                </a:lnTo>
                <a:close/>
                <a:moveTo>
                  <a:pt x="8676" y="9209"/>
                </a:moveTo>
                <a:lnTo>
                  <a:pt x="10276" y="9984"/>
                </a:lnTo>
                <a:lnTo>
                  <a:pt x="8676" y="10760"/>
                </a:lnTo>
                <a:lnTo>
                  <a:pt x="7077" y="9984"/>
                </a:lnTo>
                <a:lnTo>
                  <a:pt x="8676" y="9209"/>
                </a:lnTo>
                <a:close/>
                <a:moveTo>
                  <a:pt x="4120" y="15315"/>
                </a:moveTo>
                <a:lnTo>
                  <a:pt x="4314" y="15364"/>
                </a:lnTo>
                <a:lnTo>
                  <a:pt x="4508" y="15461"/>
                </a:lnTo>
                <a:lnTo>
                  <a:pt x="4605" y="15655"/>
                </a:lnTo>
                <a:lnTo>
                  <a:pt x="4654" y="15848"/>
                </a:lnTo>
                <a:lnTo>
                  <a:pt x="4605" y="16042"/>
                </a:lnTo>
                <a:lnTo>
                  <a:pt x="4508" y="16188"/>
                </a:lnTo>
                <a:lnTo>
                  <a:pt x="4314" y="16285"/>
                </a:lnTo>
                <a:lnTo>
                  <a:pt x="4120" y="16333"/>
                </a:lnTo>
                <a:lnTo>
                  <a:pt x="1503" y="16333"/>
                </a:lnTo>
                <a:lnTo>
                  <a:pt x="1310" y="16285"/>
                </a:lnTo>
                <a:lnTo>
                  <a:pt x="1164" y="16188"/>
                </a:lnTo>
                <a:lnTo>
                  <a:pt x="1067" y="16042"/>
                </a:lnTo>
                <a:lnTo>
                  <a:pt x="1019" y="15848"/>
                </a:lnTo>
                <a:lnTo>
                  <a:pt x="1067" y="15655"/>
                </a:lnTo>
                <a:lnTo>
                  <a:pt x="1164" y="15461"/>
                </a:lnTo>
                <a:lnTo>
                  <a:pt x="1310" y="15364"/>
                </a:lnTo>
                <a:lnTo>
                  <a:pt x="1503" y="15315"/>
                </a:lnTo>
                <a:close/>
                <a:moveTo>
                  <a:pt x="15801" y="15315"/>
                </a:moveTo>
                <a:lnTo>
                  <a:pt x="15994" y="15364"/>
                </a:lnTo>
                <a:lnTo>
                  <a:pt x="16188" y="15461"/>
                </a:lnTo>
                <a:lnTo>
                  <a:pt x="16285" y="15655"/>
                </a:lnTo>
                <a:lnTo>
                  <a:pt x="16334" y="15848"/>
                </a:lnTo>
                <a:lnTo>
                  <a:pt x="16285" y="16042"/>
                </a:lnTo>
                <a:lnTo>
                  <a:pt x="16188" y="16188"/>
                </a:lnTo>
                <a:lnTo>
                  <a:pt x="15994" y="16285"/>
                </a:lnTo>
                <a:lnTo>
                  <a:pt x="15801" y="16333"/>
                </a:lnTo>
                <a:lnTo>
                  <a:pt x="13232" y="16333"/>
                </a:lnTo>
                <a:lnTo>
                  <a:pt x="12990" y="16285"/>
                </a:lnTo>
                <a:lnTo>
                  <a:pt x="12844" y="16188"/>
                </a:lnTo>
                <a:lnTo>
                  <a:pt x="12747" y="16042"/>
                </a:lnTo>
                <a:lnTo>
                  <a:pt x="12699" y="15848"/>
                </a:lnTo>
                <a:lnTo>
                  <a:pt x="12747" y="15655"/>
                </a:lnTo>
                <a:lnTo>
                  <a:pt x="12844" y="15461"/>
                </a:lnTo>
                <a:lnTo>
                  <a:pt x="12990" y="15364"/>
                </a:lnTo>
                <a:lnTo>
                  <a:pt x="13232" y="15315"/>
                </a:lnTo>
                <a:close/>
                <a:moveTo>
                  <a:pt x="5914" y="0"/>
                </a:moveTo>
                <a:lnTo>
                  <a:pt x="5720" y="49"/>
                </a:lnTo>
                <a:lnTo>
                  <a:pt x="5574" y="146"/>
                </a:lnTo>
                <a:lnTo>
                  <a:pt x="5478" y="340"/>
                </a:lnTo>
                <a:lnTo>
                  <a:pt x="5429" y="534"/>
                </a:lnTo>
                <a:lnTo>
                  <a:pt x="5429" y="2569"/>
                </a:lnTo>
                <a:lnTo>
                  <a:pt x="5478" y="2763"/>
                </a:lnTo>
                <a:lnTo>
                  <a:pt x="5574" y="2908"/>
                </a:lnTo>
                <a:lnTo>
                  <a:pt x="5720" y="3005"/>
                </a:lnTo>
                <a:lnTo>
                  <a:pt x="5914" y="3054"/>
                </a:lnTo>
                <a:lnTo>
                  <a:pt x="8143" y="3054"/>
                </a:lnTo>
                <a:lnTo>
                  <a:pt x="8143" y="4072"/>
                </a:lnTo>
                <a:lnTo>
                  <a:pt x="5914" y="4072"/>
                </a:lnTo>
                <a:lnTo>
                  <a:pt x="5720" y="4120"/>
                </a:lnTo>
                <a:lnTo>
                  <a:pt x="5574" y="4217"/>
                </a:lnTo>
                <a:lnTo>
                  <a:pt x="5478" y="4411"/>
                </a:lnTo>
                <a:lnTo>
                  <a:pt x="5429" y="4605"/>
                </a:lnTo>
                <a:lnTo>
                  <a:pt x="5429" y="6640"/>
                </a:lnTo>
                <a:lnTo>
                  <a:pt x="5478" y="6834"/>
                </a:lnTo>
                <a:lnTo>
                  <a:pt x="5574" y="6979"/>
                </a:lnTo>
                <a:lnTo>
                  <a:pt x="5720" y="7076"/>
                </a:lnTo>
                <a:lnTo>
                  <a:pt x="5914" y="7125"/>
                </a:lnTo>
                <a:lnTo>
                  <a:pt x="8143" y="7125"/>
                </a:lnTo>
                <a:lnTo>
                  <a:pt x="8143" y="8336"/>
                </a:lnTo>
                <a:lnTo>
                  <a:pt x="5817" y="9451"/>
                </a:lnTo>
                <a:lnTo>
                  <a:pt x="2860" y="9451"/>
                </a:lnTo>
                <a:lnTo>
                  <a:pt x="2667" y="9500"/>
                </a:lnTo>
                <a:lnTo>
                  <a:pt x="2473" y="9596"/>
                </a:lnTo>
                <a:lnTo>
                  <a:pt x="2376" y="9790"/>
                </a:lnTo>
                <a:lnTo>
                  <a:pt x="2327" y="9984"/>
                </a:lnTo>
                <a:lnTo>
                  <a:pt x="2327" y="14298"/>
                </a:lnTo>
                <a:lnTo>
                  <a:pt x="1503" y="14298"/>
                </a:lnTo>
                <a:lnTo>
                  <a:pt x="1213" y="14346"/>
                </a:lnTo>
                <a:lnTo>
                  <a:pt x="922" y="14443"/>
                </a:lnTo>
                <a:lnTo>
                  <a:pt x="679" y="14588"/>
                </a:lnTo>
                <a:lnTo>
                  <a:pt x="437" y="14782"/>
                </a:lnTo>
                <a:lnTo>
                  <a:pt x="243" y="14976"/>
                </a:lnTo>
                <a:lnTo>
                  <a:pt x="98" y="15267"/>
                </a:lnTo>
                <a:lnTo>
                  <a:pt x="49" y="15509"/>
                </a:lnTo>
                <a:lnTo>
                  <a:pt x="1" y="15848"/>
                </a:lnTo>
                <a:lnTo>
                  <a:pt x="49" y="16139"/>
                </a:lnTo>
                <a:lnTo>
                  <a:pt x="98" y="16430"/>
                </a:lnTo>
                <a:lnTo>
                  <a:pt x="243" y="16672"/>
                </a:lnTo>
                <a:lnTo>
                  <a:pt x="437" y="16915"/>
                </a:lnTo>
                <a:lnTo>
                  <a:pt x="679" y="17109"/>
                </a:lnTo>
                <a:lnTo>
                  <a:pt x="922" y="17254"/>
                </a:lnTo>
                <a:lnTo>
                  <a:pt x="1213" y="17351"/>
                </a:lnTo>
                <a:lnTo>
                  <a:pt x="4460" y="17351"/>
                </a:lnTo>
                <a:lnTo>
                  <a:pt x="4702" y="17254"/>
                </a:lnTo>
                <a:lnTo>
                  <a:pt x="4993" y="17109"/>
                </a:lnTo>
                <a:lnTo>
                  <a:pt x="5187" y="16915"/>
                </a:lnTo>
                <a:lnTo>
                  <a:pt x="5381" y="16672"/>
                </a:lnTo>
                <a:lnTo>
                  <a:pt x="5526" y="16430"/>
                </a:lnTo>
                <a:lnTo>
                  <a:pt x="5623" y="16139"/>
                </a:lnTo>
                <a:lnTo>
                  <a:pt x="5671" y="15848"/>
                </a:lnTo>
                <a:lnTo>
                  <a:pt x="5623" y="15509"/>
                </a:lnTo>
                <a:lnTo>
                  <a:pt x="5526" y="15267"/>
                </a:lnTo>
                <a:lnTo>
                  <a:pt x="5381" y="14976"/>
                </a:lnTo>
                <a:lnTo>
                  <a:pt x="5187" y="14782"/>
                </a:lnTo>
                <a:lnTo>
                  <a:pt x="4993" y="14588"/>
                </a:lnTo>
                <a:lnTo>
                  <a:pt x="4702" y="14443"/>
                </a:lnTo>
                <a:lnTo>
                  <a:pt x="4460" y="14346"/>
                </a:lnTo>
                <a:lnTo>
                  <a:pt x="4120" y="14298"/>
                </a:lnTo>
                <a:lnTo>
                  <a:pt x="3345" y="14298"/>
                </a:lnTo>
                <a:lnTo>
                  <a:pt x="3345" y="10469"/>
                </a:lnTo>
                <a:lnTo>
                  <a:pt x="5817" y="10469"/>
                </a:lnTo>
                <a:lnTo>
                  <a:pt x="8434" y="11777"/>
                </a:lnTo>
                <a:lnTo>
                  <a:pt x="8676" y="11826"/>
                </a:lnTo>
                <a:lnTo>
                  <a:pt x="8870" y="11777"/>
                </a:lnTo>
                <a:lnTo>
                  <a:pt x="11536" y="10469"/>
                </a:lnTo>
                <a:lnTo>
                  <a:pt x="14007" y="10469"/>
                </a:lnTo>
                <a:lnTo>
                  <a:pt x="14007" y="14298"/>
                </a:lnTo>
                <a:lnTo>
                  <a:pt x="13232" y="14298"/>
                </a:lnTo>
                <a:lnTo>
                  <a:pt x="12893" y="14346"/>
                </a:lnTo>
                <a:lnTo>
                  <a:pt x="12602" y="14443"/>
                </a:lnTo>
                <a:lnTo>
                  <a:pt x="12360" y="14588"/>
                </a:lnTo>
                <a:lnTo>
                  <a:pt x="12117" y="14782"/>
                </a:lnTo>
                <a:lnTo>
                  <a:pt x="11923" y="14976"/>
                </a:lnTo>
                <a:lnTo>
                  <a:pt x="11826" y="15267"/>
                </a:lnTo>
                <a:lnTo>
                  <a:pt x="11730" y="15509"/>
                </a:lnTo>
                <a:lnTo>
                  <a:pt x="11681" y="15848"/>
                </a:lnTo>
                <a:lnTo>
                  <a:pt x="11730" y="16139"/>
                </a:lnTo>
                <a:lnTo>
                  <a:pt x="11826" y="16430"/>
                </a:lnTo>
                <a:lnTo>
                  <a:pt x="11923" y="16672"/>
                </a:lnTo>
                <a:lnTo>
                  <a:pt x="12117" y="16915"/>
                </a:lnTo>
                <a:lnTo>
                  <a:pt x="12360" y="17109"/>
                </a:lnTo>
                <a:lnTo>
                  <a:pt x="12602" y="17254"/>
                </a:lnTo>
                <a:lnTo>
                  <a:pt x="12893" y="17351"/>
                </a:lnTo>
                <a:lnTo>
                  <a:pt x="16140" y="17351"/>
                </a:lnTo>
                <a:lnTo>
                  <a:pt x="16431" y="17254"/>
                </a:lnTo>
                <a:lnTo>
                  <a:pt x="16673" y="17109"/>
                </a:lnTo>
                <a:lnTo>
                  <a:pt x="16915" y="16915"/>
                </a:lnTo>
                <a:lnTo>
                  <a:pt x="17061" y="16672"/>
                </a:lnTo>
                <a:lnTo>
                  <a:pt x="17206" y="16430"/>
                </a:lnTo>
                <a:lnTo>
                  <a:pt x="17303" y="16139"/>
                </a:lnTo>
                <a:lnTo>
                  <a:pt x="17351" y="15848"/>
                </a:lnTo>
                <a:lnTo>
                  <a:pt x="17303" y="15509"/>
                </a:lnTo>
                <a:lnTo>
                  <a:pt x="17206" y="15267"/>
                </a:lnTo>
                <a:lnTo>
                  <a:pt x="17061" y="14976"/>
                </a:lnTo>
                <a:lnTo>
                  <a:pt x="16915" y="14782"/>
                </a:lnTo>
                <a:lnTo>
                  <a:pt x="16673" y="14588"/>
                </a:lnTo>
                <a:lnTo>
                  <a:pt x="16431" y="14443"/>
                </a:lnTo>
                <a:lnTo>
                  <a:pt x="16140" y="14346"/>
                </a:lnTo>
                <a:lnTo>
                  <a:pt x="15801" y="14298"/>
                </a:lnTo>
                <a:lnTo>
                  <a:pt x="15025" y="14298"/>
                </a:lnTo>
                <a:lnTo>
                  <a:pt x="15025" y="9984"/>
                </a:lnTo>
                <a:lnTo>
                  <a:pt x="14977" y="9790"/>
                </a:lnTo>
                <a:lnTo>
                  <a:pt x="14880" y="9596"/>
                </a:lnTo>
                <a:lnTo>
                  <a:pt x="14686" y="9500"/>
                </a:lnTo>
                <a:lnTo>
                  <a:pt x="14492" y="9451"/>
                </a:lnTo>
                <a:lnTo>
                  <a:pt x="11536" y="9451"/>
                </a:lnTo>
                <a:lnTo>
                  <a:pt x="9161" y="8336"/>
                </a:lnTo>
                <a:lnTo>
                  <a:pt x="9161" y="7125"/>
                </a:lnTo>
                <a:lnTo>
                  <a:pt x="11439" y="7125"/>
                </a:lnTo>
                <a:lnTo>
                  <a:pt x="11633" y="7076"/>
                </a:lnTo>
                <a:lnTo>
                  <a:pt x="11778" y="6979"/>
                </a:lnTo>
                <a:lnTo>
                  <a:pt x="11875" y="6834"/>
                </a:lnTo>
                <a:lnTo>
                  <a:pt x="11923" y="6640"/>
                </a:lnTo>
                <a:lnTo>
                  <a:pt x="11923" y="4605"/>
                </a:lnTo>
                <a:lnTo>
                  <a:pt x="11875" y="4411"/>
                </a:lnTo>
                <a:lnTo>
                  <a:pt x="11778" y="4217"/>
                </a:lnTo>
                <a:lnTo>
                  <a:pt x="11633" y="4120"/>
                </a:lnTo>
                <a:lnTo>
                  <a:pt x="11439" y="4072"/>
                </a:lnTo>
                <a:lnTo>
                  <a:pt x="9161" y="4072"/>
                </a:lnTo>
                <a:lnTo>
                  <a:pt x="9161" y="3054"/>
                </a:lnTo>
                <a:lnTo>
                  <a:pt x="11439" y="3054"/>
                </a:lnTo>
                <a:lnTo>
                  <a:pt x="11633" y="3005"/>
                </a:lnTo>
                <a:lnTo>
                  <a:pt x="11778" y="2908"/>
                </a:lnTo>
                <a:lnTo>
                  <a:pt x="11875" y="2763"/>
                </a:lnTo>
                <a:lnTo>
                  <a:pt x="11923" y="2569"/>
                </a:lnTo>
                <a:lnTo>
                  <a:pt x="11923" y="534"/>
                </a:lnTo>
                <a:lnTo>
                  <a:pt x="11875" y="340"/>
                </a:lnTo>
                <a:lnTo>
                  <a:pt x="11778" y="146"/>
                </a:lnTo>
                <a:lnTo>
                  <a:pt x="11633" y="49"/>
                </a:lnTo>
                <a:lnTo>
                  <a:pt x="1143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624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C748A-3F38-F24D-AC3F-FF28F551E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61" y="2090003"/>
            <a:ext cx="7704000" cy="572700"/>
          </a:xfrm>
        </p:spPr>
        <p:txBody>
          <a:bodyPr/>
          <a:lstStyle/>
          <a:p>
            <a:r>
              <a:rPr lang="en-US" altLang="zh-CN" dirty="0"/>
              <a:t>Live Demonstration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0805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9A02A-3EFE-98AE-39C6-A9D836FF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440" y="2285400"/>
            <a:ext cx="7704000" cy="572700"/>
          </a:xfrm>
        </p:spPr>
        <p:txBody>
          <a:bodyPr/>
          <a:lstStyle/>
          <a:p>
            <a:r>
              <a:rPr lang="en-US" altLang="zh-CN" dirty="0"/>
              <a:t>Q&amp;A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9586525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406</Words>
  <Application>Microsoft Office PowerPoint</Application>
  <PresentationFormat>全屏显示(16:9)</PresentationFormat>
  <Paragraphs>45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Times New Roman</vt:lpstr>
      <vt:lpstr>Wingdings</vt:lpstr>
      <vt:lpstr>Arial</vt:lpstr>
      <vt:lpstr>DM Sans</vt:lpstr>
      <vt:lpstr>Outfit</vt:lpstr>
      <vt:lpstr>Data Collection and Analysis - Master of Science in Community Health and Prevention Research by Slidesgo</vt:lpstr>
      <vt:lpstr>Temporal Path Explorer &amp; Visualizer COMP530 GROUP 9</vt:lpstr>
      <vt:lpstr>Introduction</vt:lpstr>
      <vt:lpstr>Project Aims</vt:lpstr>
      <vt:lpstr>Core Concept: Temporal Path Constraint</vt:lpstr>
      <vt:lpstr>Assessing Network Robustness (What-if Analysis)</vt:lpstr>
      <vt:lpstr>Temporal Graph Bottleneck &amp; Robustness Analysis</vt:lpstr>
      <vt:lpstr>Implementation: The System</vt:lpstr>
      <vt:lpstr>Live Demonstration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ce wang</cp:lastModifiedBy>
  <cp:revision>6</cp:revision>
  <dcterms:modified xsi:type="dcterms:W3CDTF">2026-04-20T21:23:36Z</dcterms:modified>
</cp:coreProperties>
</file>